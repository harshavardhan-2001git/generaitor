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League Spartan"/>
      <p:regular r:id="rId19"/>
      <p:bold r:id="rId20"/>
    </p:embeddedFont>
    <p:embeddedFont>
      <p:font typeface="Montserrat"/>
      <p:regular r:id="rId21"/>
      <p:bold r:id="rId22"/>
      <p:italic r:id="rId23"/>
      <p:boldItalic r:id="rId24"/>
    </p:embeddedFont>
    <p:embeddedFont>
      <p:font typeface="Space Grotesk Light"/>
      <p:regular r:id="rId25"/>
      <p:bold r:id="rId26"/>
    </p:embeddedFont>
    <p:embeddedFont>
      <p:font typeface="Josefin Sans"/>
      <p:regular r:id="rId27"/>
      <p:bold r:id="rId28"/>
      <p:italic r:id="rId29"/>
      <p:boldItalic r:id="rId30"/>
    </p:embeddedFont>
    <p:embeddedFont>
      <p:font typeface="Space Grotesk Medium"/>
      <p:regular r:id="rId31"/>
      <p:bold r:id="rId32"/>
    </p:embeddedFont>
    <p:embeddedFont>
      <p:font typeface="Space Grotesk"/>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eagueSpartan-bold.fntdata"/><Relationship Id="rId22" Type="http://schemas.openxmlformats.org/officeDocument/2006/relationships/font" Target="fonts/Montserrat-bold.fntdata"/><Relationship Id="rId21" Type="http://schemas.openxmlformats.org/officeDocument/2006/relationships/font" Target="fonts/Montserrat-regular.fntdata"/><Relationship Id="rId24" Type="http://schemas.openxmlformats.org/officeDocument/2006/relationships/font" Target="fonts/Montserrat-boldItalic.fntdata"/><Relationship Id="rId23" Type="http://schemas.openxmlformats.org/officeDocument/2006/relationships/font" Target="fonts/Montserra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paceGroteskLight-bold.fntdata"/><Relationship Id="rId25" Type="http://schemas.openxmlformats.org/officeDocument/2006/relationships/font" Target="fonts/SpaceGroteskLight-regular.fntdata"/><Relationship Id="rId28" Type="http://schemas.openxmlformats.org/officeDocument/2006/relationships/font" Target="fonts/JosefinSans-bold.fntdata"/><Relationship Id="rId27" Type="http://schemas.openxmlformats.org/officeDocument/2006/relationships/font" Target="fonts/Josefi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JosefinSans-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SpaceGroteskMedium-regular.fntdata"/><Relationship Id="rId30" Type="http://schemas.openxmlformats.org/officeDocument/2006/relationships/font" Target="fonts/JosefinSans-boldItalic.fntdata"/><Relationship Id="rId11" Type="http://schemas.openxmlformats.org/officeDocument/2006/relationships/slide" Target="slides/slide6.xml"/><Relationship Id="rId33" Type="http://schemas.openxmlformats.org/officeDocument/2006/relationships/font" Target="fonts/SpaceGrotesk-regular.fntdata"/><Relationship Id="rId10" Type="http://schemas.openxmlformats.org/officeDocument/2006/relationships/slide" Target="slides/slide5.xml"/><Relationship Id="rId32" Type="http://schemas.openxmlformats.org/officeDocument/2006/relationships/font" Target="fonts/SpaceGroteskMedium-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SpaceGrotesk-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LeagueSpartan-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6972f38b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6972f38b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6972f38bc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6972f38bc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6972f38bc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8" name="Google Shape;468;g36972f38bc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6972f38bc5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6972f38bc5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6972f38bc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6972f38bc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6972f38bc5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6972f38bc5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6972f38bc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3" name="Google Shape;523;g36972f38bc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6972f38bc5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36972f38bc5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6972f38bc5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36972f38bc5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6972f38bc5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36972f38bc5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36972f38bc5_0_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36972f38bc5_0_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36972f38bc5_0_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1" name="Google Shape;611;g36972f38bc5_0_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6972f38bc5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6972f38bc5_0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1">
  <p:cSld name="TITLE_1_2">
    <p:bg>
      <p:bgPr>
        <a:solidFill>
          <a:schemeClr val="dk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716836" y="2603560"/>
            <a:ext cx="7775700" cy="865200"/>
          </a:xfrm>
          <a:prstGeom prst="rect">
            <a:avLst/>
          </a:prstGeom>
        </p:spPr>
        <p:txBody>
          <a:bodyPr anchorCtr="0" anchor="ctr" bIns="0" lIns="0" spcFirstLastPara="1" rIns="0" wrap="square" tIns="0">
            <a:noAutofit/>
          </a:bodyPr>
          <a:lstStyle>
            <a:lvl1pPr lvl="0">
              <a:lnSpc>
                <a:spcPct val="80000"/>
              </a:lnSpc>
              <a:spcBef>
                <a:spcPts val="0"/>
              </a:spcBef>
              <a:spcAft>
                <a:spcPts val="0"/>
              </a:spcAft>
              <a:buSzPts val="3500"/>
              <a:buFont typeface="Space Grotesk"/>
              <a:buNone/>
              <a:defRPr sz="3500">
                <a:highlight>
                  <a:schemeClr val="accent2"/>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2pPr>
            <a:lvl3pPr lvl="2">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3pPr>
            <a:lvl4pPr lvl="3">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4pPr>
            <a:lvl5pPr lvl="4">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5pPr>
            <a:lvl6pPr lvl="5">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6pPr>
            <a:lvl7pPr lvl="6">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7pPr>
            <a:lvl8pPr lvl="7">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8pPr>
            <a:lvl9pPr lvl="8">
              <a:lnSpc>
                <a:spcPct val="80000"/>
              </a:lnSpc>
              <a:spcBef>
                <a:spcPts val="0"/>
              </a:spcBef>
              <a:spcAft>
                <a:spcPts val="0"/>
              </a:spcAft>
              <a:buSzPts val="3900"/>
              <a:buFont typeface="Space Grotesk"/>
              <a:buNone/>
              <a:defRPr sz="3900">
                <a:highlight>
                  <a:schemeClr val="accent2"/>
                </a:highlight>
                <a:latin typeface="Space Grotesk"/>
                <a:ea typeface="Space Grotesk"/>
                <a:cs typeface="Space Grotesk"/>
                <a:sym typeface="Space Grotesk"/>
              </a:defRPr>
            </a:lvl9pPr>
          </a:lstStyle>
          <a:p/>
        </p:txBody>
      </p:sp>
      <p:sp>
        <p:nvSpPr>
          <p:cNvPr id="11" name="Google Shape;11;p2"/>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lvl1pPr lvl="0">
              <a:lnSpc>
                <a:spcPct val="80000"/>
              </a:lnSpc>
              <a:spcBef>
                <a:spcPts val="0"/>
              </a:spcBef>
              <a:spcAft>
                <a:spcPts val="0"/>
              </a:spcAft>
              <a:buClr>
                <a:schemeClr val="lt2"/>
              </a:buClr>
              <a:buSzPts val="1500"/>
              <a:buFont typeface="Space Grotesk Medium"/>
              <a:buNone/>
              <a:defRPr sz="1500">
                <a:solidFill>
                  <a:schemeClr val="lt2"/>
                </a:solidFill>
              </a:defRPr>
            </a:lvl1pPr>
            <a:lvl2pPr lvl="1">
              <a:spcBef>
                <a:spcPts val="0"/>
              </a:spcBef>
              <a:spcAft>
                <a:spcPts val="0"/>
              </a:spcAft>
              <a:buClr>
                <a:schemeClr val="lt2"/>
              </a:buClr>
              <a:buSzPts val="1500"/>
              <a:buFont typeface="Space Grotesk Medium"/>
              <a:buNone/>
              <a:defRPr sz="1500">
                <a:solidFill>
                  <a:schemeClr val="lt2"/>
                </a:solidFill>
              </a:defRPr>
            </a:lvl2pPr>
            <a:lvl3pPr lvl="2">
              <a:spcBef>
                <a:spcPts val="0"/>
              </a:spcBef>
              <a:spcAft>
                <a:spcPts val="0"/>
              </a:spcAft>
              <a:buClr>
                <a:schemeClr val="lt2"/>
              </a:buClr>
              <a:buSzPts val="1500"/>
              <a:buFont typeface="Space Grotesk Medium"/>
              <a:buNone/>
              <a:defRPr sz="1500">
                <a:solidFill>
                  <a:schemeClr val="lt2"/>
                </a:solidFill>
              </a:defRPr>
            </a:lvl3pPr>
            <a:lvl4pPr lvl="3">
              <a:spcBef>
                <a:spcPts val="0"/>
              </a:spcBef>
              <a:spcAft>
                <a:spcPts val="0"/>
              </a:spcAft>
              <a:buClr>
                <a:schemeClr val="lt2"/>
              </a:buClr>
              <a:buSzPts val="1500"/>
              <a:buFont typeface="Space Grotesk Medium"/>
              <a:buNone/>
              <a:defRPr sz="1500">
                <a:solidFill>
                  <a:schemeClr val="lt2"/>
                </a:solidFill>
              </a:defRPr>
            </a:lvl4pPr>
            <a:lvl5pPr lvl="4">
              <a:spcBef>
                <a:spcPts val="0"/>
              </a:spcBef>
              <a:spcAft>
                <a:spcPts val="0"/>
              </a:spcAft>
              <a:buClr>
                <a:schemeClr val="lt2"/>
              </a:buClr>
              <a:buSzPts val="1500"/>
              <a:buFont typeface="Space Grotesk Medium"/>
              <a:buNone/>
              <a:defRPr sz="1500">
                <a:solidFill>
                  <a:schemeClr val="lt2"/>
                </a:solidFill>
              </a:defRPr>
            </a:lvl5pPr>
            <a:lvl6pPr lvl="5">
              <a:spcBef>
                <a:spcPts val="0"/>
              </a:spcBef>
              <a:spcAft>
                <a:spcPts val="0"/>
              </a:spcAft>
              <a:buClr>
                <a:schemeClr val="lt2"/>
              </a:buClr>
              <a:buSzPts val="1500"/>
              <a:buFont typeface="Space Grotesk Medium"/>
              <a:buNone/>
              <a:defRPr sz="1500">
                <a:solidFill>
                  <a:schemeClr val="lt2"/>
                </a:solidFill>
              </a:defRPr>
            </a:lvl6pPr>
            <a:lvl7pPr lvl="6">
              <a:spcBef>
                <a:spcPts val="0"/>
              </a:spcBef>
              <a:spcAft>
                <a:spcPts val="0"/>
              </a:spcAft>
              <a:buClr>
                <a:schemeClr val="lt2"/>
              </a:buClr>
              <a:buSzPts val="1500"/>
              <a:buFont typeface="Space Grotesk Medium"/>
              <a:buNone/>
              <a:defRPr sz="1500">
                <a:solidFill>
                  <a:schemeClr val="lt2"/>
                </a:solidFill>
              </a:defRPr>
            </a:lvl7pPr>
            <a:lvl8pPr lvl="7">
              <a:spcBef>
                <a:spcPts val="0"/>
              </a:spcBef>
              <a:spcAft>
                <a:spcPts val="0"/>
              </a:spcAft>
              <a:buClr>
                <a:schemeClr val="lt2"/>
              </a:buClr>
              <a:buSzPts val="1500"/>
              <a:buFont typeface="Space Grotesk Medium"/>
              <a:buNone/>
              <a:defRPr sz="1500">
                <a:solidFill>
                  <a:schemeClr val="lt2"/>
                </a:solidFill>
              </a:defRPr>
            </a:lvl8pPr>
            <a:lvl9pPr lvl="8">
              <a:spcBef>
                <a:spcPts val="0"/>
              </a:spcBef>
              <a:spcAft>
                <a:spcPts val="0"/>
              </a:spcAft>
              <a:buClr>
                <a:schemeClr val="lt2"/>
              </a:buClr>
              <a:buSzPts val="1500"/>
              <a:buFont typeface="Space Grotesk Medium"/>
              <a:buNone/>
              <a:defRPr sz="1500">
                <a:solidFill>
                  <a:schemeClr val="lt2"/>
                </a:solidFill>
              </a:defRPr>
            </a:lvl9pPr>
          </a:lstStyle>
          <a:p/>
        </p:txBody>
      </p:sp>
      <p:sp>
        <p:nvSpPr>
          <p:cNvPr id="12" name="Google Shape;12;p2"/>
          <p:cNvSpPr txBox="1"/>
          <p:nvPr>
            <p:ph idx="3" type="title"/>
          </p:nvPr>
        </p:nvSpPr>
        <p:spPr>
          <a:xfrm>
            <a:off x="716836" y="3459250"/>
            <a:ext cx="7673400" cy="6783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2pPr>
            <a:lvl3pPr lvl="2">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3pPr>
            <a:lvl4pPr lvl="3">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4pPr>
            <a:lvl5pPr lvl="4">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5pPr>
            <a:lvl6pPr lvl="5">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6pPr>
            <a:lvl7pPr lvl="6">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7pPr>
            <a:lvl8pPr lvl="7">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8pPr>
            <a:lvl9pPr lvl="8">
              <a:spcBef>
                <a:spcPts val="0"/>
              </a:spcBef>
              <a:spcAft>
                <a:spcPts val="0"/>
              </a:spcAft>
              <a:buSzPts val="3900"/>
              <a:buFont typeface="Space Grotesk"/>
              <a:buNone/>
              <a:defRPr sz="3900">
                <a:highlight>
                  <a:schemeClr val="accent4"/>
                </a:highlight>
                <a:latin typeface="Space Grotesk"/>
                <a:ea typeface="Space Grotesk"/>
                <a:cs typeface="Space Grotesk"/>
                <a:sym typeface="Space Grotesk"/>
              </a:defRPr>
            </a:lvl9pPr>
          </a:lstStyle>
          <a:p/>
        </p:txBody>
      </p:sp>
      <p:sp>
        <p:nvSpPr>
          <p:cNvPr id="13" name="Google Shape;13;p2"/>
          <p:cNvSpPr txBox="1"/>
          <p:nvPr>
            <p:ph idx="4" type="title"/>
          </p:nvPr>
        </p:nvSpPr>
        <p:spPr>
          <a:xfrm>
            <a:off x="699978" y="734269"/>
            <a:ext cx="4299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lt2"/>
              </a:buClr>
              <a:buSzPts val="2800"/>
              <a:buNone/>
              <a:defRPr sz="7700">
                <a:solidFill>
                  <a:schemeClr val="lt2"/>
                </a:solidFill>
                <a:latin typeface="Space Grotesk"/>
                <a:ea typeface="Space Grotesk"/>
                <a:cs typeface="Space Grotesk"/>
                <a:sym typeface="Space Grotesk"/>
              </a:defRPr>
            </a:lvl1pPr>
            <a:lvl2pPr lvl="1">
              <a:lnSpc>
                <a:spcPct val="115000"/>
              </a:lnSpc>
              <a:spcBef>
                <a:spcPts val="0"/>
              </a:spcBef>
              <a:spcAft>
                <a:spcPts val="0"/>
              </a:spcAft>
              <a:buClr>
                <a:schemeClr val="lt2"/>
              </a:buClr>
              <a:buSzPts val="2800"/>
              <a:buNone/>
              <a:defRPr sz="3900">
                <a:solidFill>
                  <a:schemeClr val="lt2"/>
                </a:solidFill>
                <a:highlight>
                  <a:schemeClr val="accent5"/>
                </a:highlight>
              </a:defRPr>
            </a:lvl2pPr>
            <a:lvl3pPr lvl="2">
              <a:lnSpc>
                <a:spcPct val="115000"/>
              </a:lnSpc>
              <a:spcBef>
                <a:spcPts val="0"/>
              </a:spcBef>
              <a:spcAft>
                <a:spcPts val="0"/>
              </a:spcAft>
              <a:buClr>
                <a:schemeClr val="lt2"/>
              </a:buClr>
              <a:buSzPts val="2800"/>
              <a:buNone/>
              <a:defRPr sz="3900">
                <a:solidFill>
                  <a:schemeClr val="lt2"/>
                </a:solidFill>
                <a:highlight>
                  <a:schemeClr val="accent5"/>
                </a:highlight>
              </a:defRPr>
            </a:lvl3pPr>
            <a:lvl4pPr lvl="3">
              <a:lnSpc>
                <a:spcPct val="115000"/>
              </a:lnSpc>
              <a:spcBef>
                <a:spcPts val="0"/>
              </a:spcBef>
              <a:spcAft>
                <a:spcPts val="0"/>
              </a:spcAft>
              <a:buClr>
                <a:schemeClr val="lt2"/>
              </a:buClr>
              <a:buSzPts val="2800"/>
              <a:buNone/>
              <a:defRPr sz="3900">
                <a:solidFill>
                  <a:schemeClr val="lt2"/>
                </a:solidFill>
                <a:highlight>
                  <a:schemeClr val="accent5"/>
                </a:highlight>
              </a:defRPr>
            </a:lvl4pPr>
            <a:lvl5pPr lvl="4">
              <a:lnSpc>
                <a:spcPct val="115000"/>
              </a:lnSpc>
              <a:spcBef>
                <a:spcPts val="0"/>
              </a:spcBef>
              <a:spcAft>
                <a:spcPts val="0"/>
              </a:spcAft>
              <a:buClr>
                <a:schemeClr val="lt2"/>
              </a:buClr>
              <a:buSzPts val="2800"/>
              <a:buNone/>
              <a:defRPr sz="3900">
                <a:solidFill>
                  <a:schemeClr val="lt2"/>
                </a:solidFill>
                <a:highlight>
                  <a:schemeClr val="accent5"/>
                </a:highlight>
              </a:defRPr>
            </a:lvl5pPr>
            <a:lvl6pPr lvl="5">
              <a:lnSpc>
                <a:spcPct val="115000"/>
              </a:lnSpc>
              <a:spcBef>
                <a:spcPts val="0"/>
              </a:spcBef>
              <a:spcAft>
                <a:spcPts val="0"/>
              </a:spcAft>
              <a:buClr>
                <a:schemeClr val="lt2"/>
              </a:buClr>
              <a:buSzPts val="2800"/>
              <a:buNone/>
              <a:defRPr sz="3900">
                <a:solidFill>
                  <a:schemeClr val="lt2"/>
                </a:solidFill>
                <a:highlight>
                  <a:schemeClr val="accent5"/>
                </a:highlight>
              </a:defRPr>
            </a:lvl6pPr>
            <a:lvl7pPr lvl="6">
              <a:lnSpc>
                <a:spcPct val="115000"/>
              </a:lnSpc>
              <a:spcBef>
                <a:spcPts val="0"/>
              </a:spcBef>
              <a:spcAft>
                <a:spcPts val="0"/>
              </a:spcAft>
              <a:buClr>
                <a:schemeClr val="lt2"/>
              </a:buClr>
              <a:buSzPts val="2800"/>
              <a:buNone/>
              <a:defRPr sz="3900">
                <a:solidFill>
                  <a:schemeClr val="lt2"/>
                </a:solidFill>
                <a:highlight>
                  <a:schemeClr val="accent5"/>
                </a:highlight>
              </a:defRPr>
            </a:lvl7pPr>
            <a:lvl8pPr lvl="7">
              <a:lnSpc>
                <a:spcPct val="115000"/>
              </a:lnSpc>
              <a:spcBef>
                <a:spcPts val="0"/>
              </a:spcBef>
              <a:spcAft>
                <a:spcPts val="0"/>
              </a:spcAft>
              <a:buClr>
                <a:schemeClr val="lt2"/>
              </a:buClr>
              <a:buSzPts val="2800"/>
              <a:buNone/>
              <a:defRPr sz="3900">
                <a:solidFill>
                  <a:schemeClr val="lt2"/>
                </a:solidFill>
                <a:highlight>
                  <a:schemeClr val="accent5"/>
                </a:highlight>
              </a:defRPr>
            </a:lvl8pPr>
            <a:lvl9pPr lvl="8">
              <a:lnSpc>
                <a:spcPct val="115000"/>
              </a:lnSpc>
              <a:spcBef>
                <a:spcPts val="0"/>
              </a:spcBef>
              <a:spcAft>
                <a:spcPts val="0"/>
              </a:spcAft>
              <a:buClr>
                <a:schemeClr val="lt2"/>
              </a:buClr>
              <a:buSzPts val="2800"/>
              <a:buNone/>
              <a:defRPr sz="3900">
                <a:solidFill>
                  <a:schemeClr val="lt2"/>
                </a:solidFill>
                <a:highlight>
                  <a:schemeClr val="accent5"/>
                </a:highlight>
              </a:defRPr>
            </a:lvl9pPr>
          </a:lstStyle>
          <a:p/>
        </p:txBody>
      </p:sp>
      <p:grpSp>
        <p:nvGrpSpPr>
          <p:cNvPr id="14" name="Google Shape;14;p2"/>
          <p:cNvGrpSpPr/>
          <p:nvPr/>
        </p:nvGrpSpPr>
        <p:grpSpPr>
          <a:xfrm>
            <a:off x="6871890" y="501597"/>
            <a:ext cx="139297" cy="110523"/>
            <a:chOff x="2601950" y="1974675"/>
            <a:chExt cx="2474200" cy="1963100"/>
          </a:xfrm>
        </p:grpSpPr>
        <p:sp>
          <p:nvSpPr>
            <p:cNvPr id="15" name="Google Shape;15;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 name="Google Shape;16;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 name="Google Shape;17;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 name="Google Shape;18;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9" name="Google Shape;19;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0" name="Google Shape;20;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1" name="Google Shape;21;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22" name="Google Shape;22;p2"/>
          <p:cNvGrpSpPr/>
          <p:nvPr/>
        </p:nvGrpSpPr>
        <p:grpSpPr>
          <a:xfrm>
            <a:off x="7517552" y="1728897"/>
            <a:ext cx="139297" cy="110523"/>
            <a:chOff x="2601950" y="1974675"/>
            <a:chExt cx="2474200" cy="1963100"/>
          </a:xfrm>
        </p:grpSpPr>
        <p:sp>
          <p:nvSpPr>
            <p:cNvPr id="23" name="Google Shape;23;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4" name="Google Shape;24;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5" name="Google Shape;25;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6" name="Google Shape;26;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7" name="Google Shape;27;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8" name="Google Shape;28;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29" name="Google Shape;29;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0" name="Google Shape;30;p2"/>
          <p:cNvGrpSpPr/>
          <p:nvPr/>
        </p:nvGrpSpPr>
        <p:grpSpPr>
          <a:xfrm>
            <a:off x="4265152" y="4275922"/>
            <a:ext cx="139297" cy="110523"/>
            <a:chOff x="2601950" y="1974675"/>
            <a:chExt cx="2474200" cy="1963100"/>
          </a:xfrm>
        </p:grpSpPr>
        <p:sp>
          <p:nvSpPr>
            <p:cNvPr id="31" name="Google Shape;31;p2"/>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2" name="Google Shape;32;p2"/>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3" name="Google Shape;33;p2"/>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 name="Google Shape;34;p2"/>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 name="Google Shape;35;p2"/>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6" name="Google Shape;36;p2"/>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7" name="Google Shape;37;p2"/>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orient="horz" pos="159">
          <p15:clr>
            <a:srgbClr val="E46962"/>
          </p15:clr>
        </p15:guide>
        <p15:guide id="2" pos="159">
          <p15:clr>
            <a:srgbClr val="E46962"/>
          </p15:clr>
        </p15:guide>
        <p15:guide id="3" orient="horz" pos="2772">
          <p15:clr>
            <a:srgbClr val="E46962"/>
          </p15:clr>
        </p15:guide>
        <p15:guide id="4" pos="5292">
          <p15:clr>
            <a:srgbClr val="E46962"/>
          </p15:clr>
        </p15:guide>
        <p15:guide id="5" pos="468">
          <p15:clr>
            <a:srgbClr val="E46962"/>
          </p15:clr>
        </p15:guide>
        <p15:guide id="6" pos="5601">
          <p15:clr>
            <a:srgbClr val="E46962"/>
          </p15:clr>
        </p15:guide>
        <p15:guide id="7" orient="horz" pos="468">
          <p15:clr>
            <a:srgbClr val="E46962"/>
          </p15:clr>
        </p15:guide>
        <p15:guide id="8" orient="horz" pos="3081">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dk1"/>
        </a:solidFill>
      </p:bgPr>
    </p:bg>
    <p:spTree>
      <p:nvGrpSpPr>
        <p:cNvPr id="38" name="Shape 38"/>
        <p:cNvGrpSpPr/>
        <p:nvPr/>
      </p:nvGrpSpPr>
      <p:grpSpPr>
        <a:xfrm>
          <a:off x="0" y="0"/>
          <a:ext cx="0" cy="0"/>
          <a:chOff x="0" y="0"/>
          <a:chExt cx="0" cy="0"/>
        </a:xfrm>
      </p:grpSpPr>
      <p:grpSp>
        <p:nvGrpSpPr>
          <p:cNvPr id="39" name="Google Shape;39;p3"/>
          <p:cNvGrpSpPr/>
          <p:nvPr/>
        </p:nvGrpSpPr>
        <p:grpSpPr>
          <a:xfrm>
            <a:off x="0" y="0"/>
            <a:ext cx="9144000" cy="2859050"/>
            <a:chOff x="0" y="0"/>
            <a:chExt cx="9144000" cy="2859050"/>
          </a:xfrm>
        </p:grpSpPr>
        <p:grpSp>
          <p:nvGrpSpPr>
            <p:cNvPr id="40" name="Google Shape;40;p3"/>
            <p:cNvGrpSpPr/>
            <p:nvPr/>
          </p:nvGrpSpPr>
          <p:grpSpPr>
            <a:xfrm>
              <a:off x="2700100" y="175"/>
              <a:ext cx="6443900" cy="2858875"/>
              <a:chOff x="2700100" y="175"/>
              <a:chExt cx="6443900" cy="2858875"/>
            </a:xfrm>
          </p:grpSpPr>
          <p:sp>
            <p:nvSpPr>
              <p:cNvPr id="41" name="Google Shape;41;p3"/>
              <p:cNvSpPr/>
              <p:nvPr/>
            </p:nvSpPr>
            <p:spPr>
              <a:xfrm>
                <a:off x="2700100" y="1225675"/>
                <a:ext cx="783600" cy="90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2" name="Google Shape;42;p3"/>
              <p:cNvSpPr/>
              <p:nvPr/>
            </p:nvSpPr>
            <p:spPr>
              <a:xfrm>
                <a:off x="3463000" y="1250450"/>
                <a:ext cx="1434000" cy="160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3" name="Google Shape;43;p3"/>
              <p:cNvSpPr/>
              <p:nvPr/>
            </p:nvSpPr>
            <p:spPr>
              <a:xfrm>
                <a:off x="4636475" y="175"/>
                <a:ext cx="16593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4" name="Google Shape;44;p3"/>
              <p:cNvSpPr/>
              <p:nvPr/>
            </p:nvSpPr>
            <p:spPr>
              <a:xfrm>
                <a:off x="6295800" y="1399075"/>
                <a:ext cx="7836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5" name="Google Shape;45;p3"/>
              <p:cNvSpPr/>
              <p:nvPr/>
            </p:nvSpPr>
            <p:spPr>
              <a:xfrm>
                <a:off x="7745100" y="175"/>
                <a:ext cx="1398900" cy="1398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6" name="Google Shape;46;p3"/>
              <p:cNvSpPr/>
              <p:nvPr/>
            </p:nvSpPr>
            <p:spPr>
              <a:xfrm>
                <a:off x="6961500" y="175"/>
                <a:ext cx="866100" cy="73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47" name="Google Shape;47;p3"/>
            <p:cNvGrpSpPr/>
            <p:nvPr/>
          </p:nvGrpSpPr>
          <p:grpSpPr>
            <a:xfrm>
              <a:off x="0" y="0"/>
              <a:ext cx="4896900" cy="2797700"/>
              <a:chOff x="0" y="0"/>
              <a:chExt cx="4896900" cy="2797700"/>
            </a:xfrm>
          </p:grpSpPr>
          <p:sp>
            <p:nvSpPr>
              <p:cNvPr id="48" name="Google Shape;48;p3"/>
              <p:cNvSpPr/>
              <p:nvPr/>
            </p:nvSpPr>
            <p:spPr>
              <a:xfrm>
                <a:off x="0" y="1398800"/>
                <a:ext cx="13989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 name="Google Shape;49;p3"/>
              <p:cNvSpPr/>
              <p:nvPr/>
            </p:nvSpPr>
            <p:spPr>
              <a:xfrm>
                <a:off x="1398900" y="0"/>
                <a:ext cx="3498000" cy="1398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sp>
        <p:nvSpPr>
          <p:cNvPr id="50" name="Google Shape;50;p3"/>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lvl1pPr lvl="0">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2pPr>
            <a:lvl3pPr lvl="2">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3pPr>
            <a:lvl4pPr lvl="3">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4pPr>
            <a:lvl5pPr lvl="4">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5pPr>
            <a:lvl6pPr lvl="5">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6pPr>
            <a:lvl7pPr lvl="6">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7pPr>
            <a:lvl8pPr lvl="7">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8pPr>
            <a:lvl9pPr lvl="8">
              <a:spcBef>
                <a:spcPts val="0"/>
              </a:spcBef>
              <a:spcAft>
                <a:spcPts val="0"/>
              </a:spcAft>
              <a:buClr>
                <a:schemeClr val="dk1"/>
              </a:buClr>
              <a:buSzPts val="1000"/>
              <a:buFont typeface="Space Grotesk Medium"/>
              <a:buNone/>
              <a:defRPr sz="1000">
                <a:latin typeface="Space Grotesk Medium"/>
                <a:ea typeface="Space Grotesk Medium"/>
                <a:cs typeface="Space Grotesk Medium"/>
                <a:sym typeface="Space Grotesk Medium"/>
              </a:defRPr>
            </a:lvl9pPr>
          </a:lstStyle>
          <a:p/>
        </p:txBody>
      </p:sp>
      <p:sp>
        <p:nvSpPr>
          <p:cNvPr id="51" name="Google Shape;51;p3"/>
          <p:cNvSpPr txBox="1"/>
          <p:nvPr>
            <p:ph type="title"/>
          </p:nvPr>
        </p:nvSpPr>
        <p:spPr>
          <a:xfrm>
            <a:off x="252600" y="4124825"/>
            <a:ext cx="8638800" cy="903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7700"/>
              <a:buFont typeface="Space Grotesk"/>
              <a:buNone/>
              <a:defRPr sz="7700">
                <a:solidFill>
                  <a:schemeClr val="lt2"/>
                </a:solidFill>
                <a:latin typeface="Space Grotesk"/>
                <a:ea typeface="Space Grotesk"/>
                <a:cs typeface="Space Grotesk"/>
                <a:sym typeface="Space Grotesk"/>
              </a:defRPr>
            </a:lvl1pPr>
            <a:lvl2pPr lvl="1" algn="ctr">
              <a:spcBef>
                <a:spcPts val="0"/>
              </a:spcBef>
              <a:spcAft>
                <a:spcPts val="0"/>
              </a:spcAft>
              <a:buClr>
                <a:schemeClr val="lt2"/>
              </a:buClr>
              <a:buSzPts val="7700"/>
              <a:buNone/>
              <a:defRPr sz="7700">
                <a:solidFill>
                  <a:schemeClr val="lt2"/>
                </a:solidFill>
              </a:defRPr>
            </a:lvl2pPr>
            <a:lvl3pPr lvl="2" algn="ctr">
              <a:spcBef>
                <a:spcPts val="0"/>
              </a:spcBef>
              <a:spcAft>
                <a:spcPts val="0"/>
              </a:spcAft>
              <a:buClr>
                <a:schemeClr val="lt2"/>
              </a:buClr>
              <a:buSzPts val="7700"/>
              <a:buNone/>
              <a:defRPr sz="7700">
                <a:solidFill>
                  <a:schemeClr val="lt2"/>
                </a:solidFill>
              </a:defRPr>
            </a:lvl3pPr>
            <a:lvl4pPr lvl="3" algn="ctr">
              <a:spcBef>
                <a:spcPts val="0"/>
              </a:spcBef>
              <a:spcAft>
                <a:spcPts val="0"/>
              </a:spcAft>
              <a:buClr>
                <a:schemeClr val="lt2"/>
              </a:buClr>
              <a:buSzPts val="7700"/>
              <a:buNone/>
              <a:defRPr sz="7700">
                <a:solidFill>
                  <a:schemeClr val="lt2"/>
                </a:solidFill>
              </a:defRPr>
            </a:lvl4pPr>
            <a:lvl5pPr lvl="4" algn="ctr">
              <a:spcBef>
                <a:spcPts val="0"/>
              </a:spcBef>
              <a:spcAft>
                <a:spcPts val="0"/>
              </a:spcAft>
              <a:buClr>
                <a:schemeClr val="lt2"/>
              </a:buClr>
              <a:buSzPts val="7700"/>
              <a:buNone/>
              <a:defRPr sz="7700">
                <a:solidFill>
                  <a:schemeClr val="lt2"/>
                </a:solidFill>
              </a:defRPr>
            </a:lvl5pPr>
            <a:lvl6pPr lvl="5" algn="ctr">
              <a:spcBef>
                <a:spcPts val="0"/>
              </a:spcBef>
              <a:spcAft>
                <a:spcPts val="0"/>
              </a:spcAft>
              <a:buClr>
                <a:schemeClr val="lt2"/>
              </a:buClr>
              <a:buSzPts val="7700"/>
              <a:buNone/>
              <a:defRPr sz="7700">
                <a:solidFill>
                  <a:schemeClr val="lt2"/>
                </a:solidFill>
              </a:defRPr>
            </a:lvl6pPr>
            <a:lvl7pPr lvl="6" algn="ctr">
              <a:spcBef>
                <a:spcPts val="0"/>
              </a:spcBef>
              <a:spcAft>
                <a:spcPts val="0"/>
              </a:spcAft>
              <a:buClr>
                <a:schemeClr val="lt2"/>
              </a:buClr>
              <a:buSzPts val="7700"/>
              <a:buNone/>
              <a:defRPr sz="7700">
                <a:solidFill>
                  <a:schemeClr val="lt2"/>
                </a:solidFill>
              </a:defRPr>
            </a:lvl7pPr>
            <a:lvl8pPr lvl="7" algn="ctr">
              <a:spcBef>
                <a:spcPts val="0"/>
              </a:spcBef>
              <a:spcAft>
                <a:spcPts val="0"/>
              </a:spcAft>
              <a:buClr>
                <a:schemeClr val="lt2"/>
              </a:buClr>
              <a:buSzPts val="7700"/>
              <a:buNone/>
              <a:defRPr sz="7700">
                <a:solidFill>
                  <a:schemeClr val="lt2"/>
                </a:solidFill>
              </a:defRPr>
            </a:lvl8pPr>
            <a:lvl9pPr lvl="8" algn="ctr">
              <a:spcBef>
                <a:spcPts val="0"/>
              </a:spcBef>
              <a:spcAft>
                <a:spcPts val="0"/>
              </a:spcAft>
              <a:buClr>
                <a:schemeClr val="lt2"/>
              </a:buClr>
              <a:buSzPts val="7700"/>
              <a:buNone/>
              <a:defRPr sz="7700">
                <a:solidFill>
                  <a:schemeClr val="lt2"/>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5292">
          <p15:clr>
            <a:srgbClr val="E46962"/>
          </p15:clr>
        </p15:guide>
        <p15:guide id="6" orient="horz" pos="2772">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 ">
  <p:cSld name="BLANK_1_1_1_1_1_1_1_1_1_1_1_1_1_1_1_1_1">
    <p:spTree>
      <p:nvGrpSpPr>
        <p:cNvPr id="52" name="Shape 52"/>
        <p:cNvGrpSpPr/>
        <p:nvPr/>
      </p:nvGrpSpPr>
      <p:grpSpPr>
        <a:xfrm>
          <a:off x="0" y="0"/>
          <a:ext cx="0" cy="0"/>
          <a:chOff x="0" y="0"/>
          <a:chExt cx="0" cy="0"/>
        </a:xfrm>
      </p:grpSpPr>
      <p:sp>
        <p:nvSpPr>
          <p:cNvPr id="53" name="Google Shape;53;p4"/>
          <p:cNvSpPr/>
          <p:nvPr/>
        </p:nvSpPr>
        <p:spPr>
          <a:xfrm>
            <a:off x="4728000" y="2032675"/>
            <a:ext cx="1408200" cy="147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54" name="Google Shape;54;p4"/>
          <p:cNvGrpSpPr/>
          <p:nvPr/>
        </p:nvGrpSpPr>
        <p:grpSpPr>
          <a:xfrm>
            <a:off x="4153925" y="0"/>
            <a:ext cx="4990175" cy="5143425"/>
            <a:chOff x="4153925" y="0"/>
            <a:chExt cx="4990175" cy="5143425"/>
          </a:xfrm>
        </p:grpSpPr>
        <p:sp>
          <p:nvSpPr>
            <p:cNvPr id="55" name="Google Shape;55;p4"/>
            <p:cNvSpPr/>
            <p:nvPr/>
          </p:nvSpPr>
          <p:spPr>
            <a:xfrm>
              <a:off x="6462300" y="1441775"/>
              <a:ext cx="2681700" cy="11472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56" name="Google Shape;56;p4"/>
            <p:cNvSpPr/>
            <p:nvPr/>
          </p:nvSpPr>
          <p:spPr>
            <a:xfrm>
              <a:off x="6289300" y="2420925"/>
              <a:ext cx="2854800" cy="2722500"/>
            </a:xfrm>
            <a:prstGeom prst="roundRect">
              <a:avLst>
                <a:gd fmla="val 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7" name="Google Shape;57;p4"/>
            <p:cNvSpPr/>
            <p:nvPr/>
          </p:nvSpPr>
          <p:spPr>
            <a:xfrm>
              <a:off x="4153925" y="0"/>
              <a:ext cx="1570200" cy="6765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8" name="Google Shape;58;p4"/>
            <p:cNvSpPr/>
            <p:nvPr/>
          </p:nvSpPr>
          <p:spPr>
            <a:xfrm>
              <a:off x="4722625" y="0"/>
              <a:ext cx="4421400" cy="21051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9" name="Google Shape;59;p4"/>
          <p:cNvSpPr txBox="1"/>
          <p:nvPr>
            <p:ph type="title"/>
          </p:nvPr>
        </p:nvSpPr>
        <p:spPr>
          <a:xfrm>
            <a:off x="252600" y="270725"/>
            <a:ext cx="4216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accent4"/>
                </a:highlight>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highlight>
                  <a:schemeClr val="accent4"/>
                </a:highlight>
              </a:defRPr>
            </a:lvl2pPr>
            <a:lvl3pPr lvl="2">
              <a:lnSpc>
                <a:spcPct val="80000"/>
              </a:lnSpc>
              <a:spcBef>
                <a:spcPts val="0"/>
              </a:spcBef>
              <a:spcAft>
                <a:spcPts val="0"/>
              </a:spcAft>
              <a:buSzPts val="3900"/>
              <a:buFont typeface="Space Grotesk Medium"/>
              <a:buNone/>
              <a:defRPr sz="3900">
                <a:highlight>
                  <a:schemeClr val="accent4"/>
                </a:highlight>
              </a:defRPr>
            </a:lvl3pPr>
            <a:lvl4pPr lvl="3">
              <a:lnSpc>
                <a:spcPct val="80000"/>
              </a:lnSpc>
              <a:spcBef>
                <a:spcPts val="0"/>
              </a:spcBef>
              <a:spcAft>
                <a:spcPts val="0"/>
              </a:spcAft>
              <a:buSzPts val="3900"/>
              <a:buFont typeface="Space Grotesk Medium"/>
              <a:buNone/>
              <a:defRPr sz="3900">
                <a:highlight>
                  <a:schemeClr val="accent4"/>
                </a:highlight>
              </a:defRPr>
            </a:lvl4pPr>
            <a:lvl5pPr lvl="4">
              <a:lnSpc>
                <a:spcPct val="80000"/>
              </a:lnSpc>
              <a:spcBef>
                <a:spcPts val="0"/>
              </a:spcBef>
              <a:spcAft>
                <a:spcPts val="0"/>
              </a:spcAft>
              <a:buSzPts val="3900"/>
              <a:buFont typeface="Space Grotesk Medium"/>
              <a:buNone/>
              <a:defRPr sz="3900">
                <a:highlight>
                  <a:schemeClr val="accent4"/>
                </a:highlight>
              </a:defRPr>
            </a:lvl5pPr>
            <a:lvl6pPr lvl="5">
              <a:lnSpc>
                <a:spcPct val="80000"/>
              </a:lnSpc>
              <a:spcBef>
                <a:spcPts val="0"/>
              </a:spcBef>
              <a:spcAft>
                <a:spcPts val="0"/>
              </a:spcAft>
              <a:buSzPts val="3900"/>
              <a:buFont typeface="Space Grotesk Medium"/>
              <a:buNone/>
              <a:defRPr sz="3900">
                <a:highlight>
                  <a:schemeClr val="accent4"/>
                </a:highlight>
              </a:defRPr>
            </a:lvl6pPr>
            <a:lvl7pPr lvl="6">
              <a:lnSpc>
                <a:spcPct val="80000"/>
              </a:lnSpc>
              <a:spcBef>
                <a:spcPts val="0"/>
              </a:spcBef>
              <a:spcAft>
                <a:spcPts val="0"/>
              </a:spcAft>
              <a:buSzPts val="3900"/>
              <a:buFont typeface="Space Grotesk Medium"/>
              <a:buNone/>
              <a:defRPr sz="3900">
                <a:highlight>
                  <a:schemeClr val="accent4"/>
                </a:highlight>
              </a:defRPr>
            </a:lvl7pPr>
            <a:lvl8pPr lvl="7">
              <a:lnSpc>
                <a:spcPct val="80000"/>
              </a:lnSpc>
              <a:spcBef>
                <a:spcPts val="0"/>
              </a:spcBef>
              <a:spcAft>
                <a:spcPts val="0"/>
              </a:spcAft>
              <a:buSzPts val="3900"/>
              <a:buFont typeface="Space Grotesk Medium"/>
              <a:buNone/>
              <a:defRPr sz="3900">
                <a:highlight>
                  <a:schemeClr val="accent4"/>
                </a:highlight>
              </a:defRPr>
            </a:lvl8pPr>
            <a:lvl9pPr lvl="8">
              <a:lnSpc>
                <a:spcPct val="80000"/>
              </a:lnSpc>
              <a:spcBef>
                <a:spcPts val="0"/>
              </a:spcBef>
              <a:spcAft>
                <a:spcPts val="0"/>
              </a:spcAft>
              <a:buSzPts val="3900"/>
              <a:buFont typeface="Space Grotesk Medium"/>
              <a:buNone/>
              <a:defRPr sz="3900">
                <a:highlight>
                  <a:schemeClr val="accent4"/>
                </a:highlight>
              </a:defRPr>
            </a:lvl9pPr>
          </a:lstStyle>
          <a:p/>
        </p:txBody>
      </p:sp>
      <p:sp>
        <p:nvSpPr>
          <p:cNvPr id="60" name="Google Shape;60;p4"/>
          <p:cNvSpPr txBox="1"/>
          <p:nvPr>
            <p:ph idx="1" type="body"/>
          </p:nvPr>
        </p:nvSpPr>
        <p:spPr>
          <a:xfrm>
            <a:off x="252600" y="1973625"/>
            <a:ext cx="3128700" cy="29172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61" name="Google Shape;61;p4"/>
          <p:cNvSpPr/>
          <p:nvPr>
            <p:ph idx="2" type="pic"/>
          </p:nvPr>
        </p:nvSpPr>
        <p:spPr>
          <a:xfrm>
            <a:off x="4468800" y="908675"/>
            <a:ext cx="3936300" cy="3116100"/>
          </a:xfrm>
          <a:prstGeom prst="rect">
            <a:avLst/>
          </a:prstGeom>
          <a:noFill/>
          <a:ln>
            <a:noFill/>
          </a:ln>
        </p:spPr>
      </p:sp>
      <p:sp>
        <p:nvSpPr>
          <p:cNvPr id="62" name="Google Shape;62;p4"/>
          <p:cNvSpPr/>
          <p:nvPr>
            <p:ph idx="3" type="pic"/>
          </p:nvPr>
        </p:nvSpPr>
        <p:spPr>
          <a:xfrm>
            <a:off x="4153925" y="1728449"/>
            <a:ext cx="3586800" cy="2672100"/>
          </a:xfrm>
          <a:prstGeom prst="rect">
            <a:avLst/>
          </a:prstGeom>
          <a:noFill/>
          <a:ln>
            <a:noFill/>
          </a:ln>
        </p:spPr>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5292">
          <p15:clr>
            <a:srgbClr val="E46962"/>
          </p15:clr>
        </p15:guide>
        <p15:guide id="6" pos="159">
          <p15:clr>
            <a:srgbClr val="E46962"/>
          </p15:clr>
        </p15:guide>
        <p15:guide id="7" orient="horz" pos="2772">
          <p15:clr>
            <a:srgbClr val="E46962"/>
          </p15:clr>
        </p15:guide>
        <p15:guide id="8" pos="2617">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1">
  <p:cSld name="BLANK_1_1_1_1_1_1_1_1_1_1_1_1_2">
    <p:bg>
      <p:bgPr>
        <a:solidFill>
          <a:schemeClr val="accent2"/>
        </a:solidFill>
      </p:bgPr>
    </p:bg>
    <p:spTree>
      <p:nvGrpSpPr>
        <p:cNvPr id="63" name="Shape 63"/>
        <p:cNvGrpSpPr/>
        <p:nvPr/>
      </p:nvGrpSpPr>
      <p:grpSpPr>
        <a:xfrm>
          <a:off x="0" y="0"/>
          <a:ext cx="0" cy="0"/>
          <a:chOff x="0" y="0"/>
          <a:chExt cx="0" cy="0"/>
        </a:xfrm>
      </p:grpSpPr>
      <p:sp>
        <p:nvSpPr>
          <p:cNvPr id="64" name="Google Shape;64;p5"/>
          <p:cNvSpPr/>
          <p:nvPr/>
        </p:nvSpPr>
        <p:spPr>
          <a:xfrm>
            <a:off x="6462300" y="2136900"/>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65" name="Google Shape;65;p5"/>
          <p:cNvSpPr/>
          <p:nvPr/>
        </p:nvSpPr>
        <p:spPr>
          <a:xfrm>
            <a:off x="6094200" y="0"/>
            <a:ext cx="3049800" cy="676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66" name="Google Shape;66;p5"/>
          <p:cNvSpPr/>
          <p:nvPr/>
        </p:nvSpPr>
        <p:spPr>
          <a:xfrm>
            <a:off x="5759200" y="313425"/>
            <a:ext cx="3049800" cy="363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Light"/>
              <a:ea typeface="Space Grotesk Light"/>
              <a:cs typeface="Space Grotesk Light"/>
              <a:sym typeface="Space Grotesk Light"/>
            </a:endParaRPr>
          </a:p>
        </p:txBody>
      </p:sp>
      <p:sp>
        <p:nvSpPr>
          <p:cNvPr id="67" name="Google Shape;67;p5"/>
          <p:cNvSpPr/>
          <p:nvPr/>
        </p:nvSpPr>
        <p:spPr>
          <a:xfrm rot="-5400000">
            <a:off x="5529300" y="2510100"/>
            <a:ext cx="468000" cy="400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68" name="Google Shape;68;p5"/>
          <p:cNvSpPr/>
          <p:nvPr/>
        </p:nvSpPr>
        <p:spPr>
          <a:xfrm>
            <a:off x="4728000" y="2032675"/>
            <a:ext cx="14082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69" name="Google Shape;69;p5"/>
          <p:cNvGrpSpPr/>
          <p:nvPr/>
        </p:nvGrpSpPr>
        <p:grpSpPr>
          <a:xfrm>
            <a:off x="3632100" y="0"/>
            <a:ext cx="5511900" cy="5143525"/>
            <a:chOff x="3632100" y="0"/>
            <a:chExt cx="5511900" cy="5143525"/>
          </a:xfrm>
        </p:grpSpPr>
        <p:sp>
          <p:nvSpPr>
            <p:cNvPr id="70" name="Google Shape;70;p5"/>
            <p:cNvSpPr/>
            <p:nvPr/>
          </p:nvSpPr>
          <p:spPr>
            <a:xfrm>
              <a:off x="6462300" y="1441775"/>
              <a:ext cx="2681700" cy="11472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1" name="Google Shape;71;p5"/>
            <p:cNvSpPr/>
            <p:nvPr/>
          </p:nvSpPr>
          <p:spPr>
            <a:xfrm>
              <a:off x="6462300" y="3103775"/>
              <a:ext cx="2681700" cy="2039700"/>
            </a:xfrm>
            <a:prstGeom prst="roundRect">
              <a:avLst>
                <a:gd fmla="val 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2" name="Google Shape;72;p5"/>
            <p:cNvSpPr/>
            <p:nvPr/>
          </p:nvSpPr>
          <p:spPr>
            <a:xfrm>
              <a:off x="4153925" y="1416600"/>
              <a:ext cx="1570200" cy="6765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3" name="Google Shape;73;p5"/>
            <p:cNvSpPr/>
            <p:nvPr/>
          </p:nvSpPr>
          <p:spPr>
            <a:xfrm>
              <a:off x="4196325" y="4236925"/>
              <a:ext cx="2376000" cy="90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74" name="Google Shape;74;p5"/>
            <p:cNvSpPr/>
            <p:nvPr/>
          </p:nvSpPr>
          <p:spPr>
            <a:xfrm>
              <a:off x="3632100" y="0"/>
              <a:ext cx="5511900" cy="147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75" name="Google Shape;75;p5"/>
          <p:cNvSpPr txBox="1"/>
          <p:nvPr>
            <p:ph idx="1" type="subTitle"/>
          </p:nvPr>
        </p:nvSpPr>
        <p:spPr>
          <a:xfrm>
            <a:off x="160431" y="168104"/>
            <a:ext cx="2653500" cy="792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000"/>
              <a:buFont typeface="Space Grotesk"/>
              <a:buNone/>
              <a:defRPr sz="1000">
                <a:highlight>
                  <a:schemeClr val="lt2"/>
                </a:highlight>
              </a:defRPr>
            </a:lvl1pPr>
            <a:lvl2pPr lvl="1">
              <a:lnSpc>
                <a:spcPct val="100000"/>
              </a:lnSpc>
              <a:spcBef>
                <a:spcPts val="0"/>
              </a:spcBef>
              <a:spcAft>
                <a:spcPts val="0"/>
              </a:spcAft>
              <a:buSzPts val="1500"/>
              <a:buFont typeface="Space Grotesk"/>
              <a:buNone/>
              <a:defRPr sz="1500">
                <a:highlight>
                  <a:schemeClr val="lt2"/>
                </a:highlight>
              </a:defRPr>
            </a:lvl2pPr>
            <a:lvl3pPr lvl="2">
              <a:lnSpc>
                <a:spcPct val="100000"/>
              </a:lnSpc>
              <a:spcBef>
                <a:spcPts val="0"/>
              </a:spcBef>
              <a:spcAft>
                <a:spcPts val="0"/>
              </a:spcAft>
              <a:buSzPts val="1500"/>
              <a:buFont typeface="Space Grotesk"/>
              <a:buNone/>
              <a:defRPr sz="1500">
                <a:highlight>
                  <a:schemeClr val="lt2"/>
                </a:highlight>
              </a:defRPr>
            </a:lvl3pPr>
            <a:lvl4pPr lvl="3">
              <a:lnSpc>
                <a:spcPct val="100000"/>
              </a:lnSpc>
              <a:spcBef>
                <a:spcPts val="0"/>
              </a:spcBef>
              <a:spcAft>
                <a:spcPts val="0"/>
              </a:spcAft>
              <a:buSzPts val="1500"/>
              <a:buFont typeface="Space Grotesk"/>
              <a:buNone/>
              <a:defRPr sz="1500">
                <a:highlight>
                  <a:schemeClr val="lt2"/>
                </a:highlight>
              </a:defRPr>
            </a:lvl4pPr>
            <a:lvl5pPr lvl="4">
              <a:lnSpc>
                <a:spcPct val="100000"/>
              </a:lnSpc>
              <a:spcBef>
                <a:spcPts val="0"/>
              </a:spcBef>
              <a:spcAft>
                <a:spcPts val="0"/>
              </a:spcAft>
              <a:buSzPts val="1500"/>
              <a:buFont typeface="Space Grotesk"/>
              <a:buNone/>
              <a:defRPr sz="1500">
                <a:highlight>
                  <a:schemeClr val="lt2"/>
                </a:highlight>
              </a:defRPr>
            </a:lvl5pPr>
            <a:lvl6pPr lvl="5">
              <a:lnSpc>
                <a:spcPct val="100000"/>
              </a:lnSpc>
              <a:spcBef>
                <a:spcPts val="0"/>
              </a:spcBef>
              <a:spcAft>
                <a:spcPts val="0"/>
              </a:spcAft>
              <a:buSzPts val="1500"/>
              <a:buFont typeface="Space Grotesk"/>
              <a:buNone/>
              <a:defRPr sz="1500">
                <a:highlight>
                  <a:schemeClr val="lt2"/>
                </a:highlight>
              </a:defRPr>
            </a:lvl6pPr>
            <a:lvl7pPr lvl="6">
              <a:lnSpc>
                <a:spcPct val="100000"/>
              </a:lnSpc>
              <a:spcBef>
                <a:spcPts val="0"/>
              </a:spcBef>
              <a:spcAft>
                <a:spcPts val="0"/>
              </a:spcAft>
              <a:buSzPts val="1500"/>
              <a:buFont typeface="Space Grotesk"/>
              <a:buNone/>
              <a:defRPr sz="1500">
                <a:highlight>
                  <a:schemeClr val="lt2"/>
                </a:highlight>
              </a:defRPr>
            </a:lvl7pPr>
            <a:lvl8pPr lvl="7">
              <a:lnSpc>
                <a:spcPct val="100000"/>
              </a:lnSpc>
              <a:spcBef>
                <a:spcPts val="0"/>
              </a:spcBef>
              <a:spcAft>
                <a:spcPts val="0"/>
              </a:spcAft>
              <a:buSzPts val="1500"/>
              <a:buFont typeface="Space Grotesk"/>
              <a:buNone/>
              <a:defRPr sz="1500">
                <a:highlight>
                  <a:schemeClr val="lt2"/>
                </a:highlight>
              </a:defRPr>
            </a:lvl8pPr>
            <a:lvl9pPr lvl="8">
              <a:lnSpc>
                <a:spcPct val="100000"/>
              </a:lnSpc>
              <a:spcBef>
                <a:spcPts val="0"/>
              </a:spcBef>
              <a:spcAft>
                <a:spcPts val="0"/>
              </a:spcAft>
              <a:buSzPts val="1500"/>
              <a:buFont typeface="Space Grotesk"/>
              <a:buNone/>
              <a:defRPr sz="1500">
                <a:highlight>
                  <a:schemeClr val="lt2"/>
                </a:highlight>
              </a:defRPr>
            </a:lvl9pPr>
          </a:lstStyle>
          <a:p/>
        </p:txBody>
      </p:sp>
      <p:sp>
        <p:nvSpPr>
          <p:cNvPr id="76" name="Google Shape;76;p5"/>
          <p:cNvSpPr txBox="1"/>
          <p:nvPr>
            <p:ph idx="2" type="body"/>
          </p:nvPr>
        </p:nvSpPr>
        <p:spPr>
          <a:xfrm>
            <a:off x="252600" y="3797350"/>
            <a:ext cx="3049800" cy="10935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77" name="Google Shape;77;p5"/>
          <p:cNvSpPr txBox="1"/>
          <p:nvPr>
            <p:ph type="title"/>
          </p:nvPr>
        </p:nvSpPr>
        <p:spPr>
          <a:xfrm>
            <a:off x="252600" y="2841100"/>
            <a:ext cx="4288200" cy="8652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3500"/>
              <a:buFont typeface="Space Grotesk Medium"/>
              <a:buNone/>
              <a:defRPr sz="3500">
                <a:highlight>
                  <a:schemeClr val="lt2"/>
                </a:highlight>
              </a:defRPr>
            </a:lvl1pPr>
            <a:lvl2pPr lvl="1">
              <a:lnSpc>
                <a:spcPct val="80000"/>
              </a:lnSpc>
              <a:spcBef>
                <a:spcPts val="0"/>
              </a:spcBef>
              <a:spcAft>
                <a:spcPts val="0"/>
              </a:spcAft>
              <a:buSzPts val="3900"/>
              <a:buFont typeface="Space Grotesk Medium"/>
              <a:buNone/>
              <a:defRPr sz="3900">
                <a:highlight>
                  <a:schemeClr val="lt2"/>
                </a:highlight>
              </a:defRPr>
            </a:lvl2pPr>
            <a:lvl3pPr lvl="2">
              <a:lnSpc>
                <a:spcPct val="80000"/>
              </a:lnSpc>
              <a:spcBef>
                <a:spcPts val="0"/>
              </a:spcBef>
              <a:spcAft>
                <a:spcPts val="0"/>
              </a:spcAft>
              <a:buSzPts val="3900"/>
              <a:buFont typeface="Space Grotesk Medium"/>
              <a:buNone/>
              <a:defRPr sz="3900">
                <a:highlight>
                  <a:schemeClr val="lt2"/>
                </a:highlight>
              </a:defRPr>
            </a:lvl3pPr>
            <a:lvl4pPr lvl="3">
              <a:lnSpc>
                <a:spcPct val="80000"/>
              </a:lnSpc>
              <a:spcBef>
                <a:spcPts val="0"/>
              </a:spcBef>
              <a:spcAft>
                <a:spcPts val="0"/>
              </a:spcAft>
              <a:buSzPts val="3900"/>
              <a:buFont typeface="Space Grotesk Medium"/>
              <a:buNone/>
              <a:defRPr sz="3900">
                <a:highlight>
                  <a:schemeClr val="lt2"/>
                </a:highlight>
              </a:defRPr>
            </a:lvl4pPr>
            <a:lvl5pPr lvl="4">
              <a:lnSpc>
                <a:spcPct val="80000"/>
              </a:lnSpc>
              <a:spcBef>
                <a:spcPts val="0"/>
              </a:spcBef>
              <a:spcAft>
                <a:spcPts val="0"/>
              </a:spcAft>
              <a:buSzPts val="3900"/>
              <a:buFont typeface="Space Grotesk Medium"/>
              <a:buNone/>
              <a:defRPr sz="3900">
                <a:highlight>
                  <a:schemeClr val="lt2"/>
                </a:highlight>
              </a:defRPr>
            </a:lvl5pPr>
            <a:lvl6pPr lvl="5">
              <a:lnSpc>
                <a:spcPct val="80000"/>
              </a:lnSpc>
              <a:spcBef>
                <a:spcPts val="0"/>
              </a:spcBef>
              <a:spcAft>
                <a:spcPts val="0"/>
              </a:spcAft>
              <a:buSzPts val="3900"/>
              <a:buFont typeface="Space Grotesk Medium"/>
              <a:buNone/>
              <a:defRPr sz="3900">
                <a:highlight>
                  <a:schemeClr val="lt2"/>
                </a:highlight>
              </a:defRPr>
            </a:lvl6pPr>
            <a:lvl7pPr lvl="6">
              <a:lnSpc>
                <a:spcPct val="80000"/>
              </a:lnSpc>
              <a:spcBef>
                <a:spcPts val="0"/>
              </a:spcBef>
              <a:spcAft>
                <a:spcPts val="0"/>
              </a:spcAft>
              <a:buSzPts val="3900"/>
              <a:buFont typeface="Space Grotesk Medium"/>
              <a:buNone/>
              <a:defRPr sz="3900">
                <a:highlight>
                  <a:schemeClr val="lt2"/>
                </a:highlight>
              </a:defRPr>
            </a:lvl7pPr>
            <a:lvl8pPr lvl="7">
              <a:lnSpc>
                <a:spcPct val="80000"/>
              </a:lnSpc>
              <a:spcBef>
                <a:spcPts val="0"/>
              </a:spcBef>
              <a:spcAft>
                <a:spcPts val="0"/>
              </a:spcAft>
              <a:buSzPts val="3900"/>
              <a:buFont typeface="Space Grotesk Medium"/>
              <a:buNone/>
              <a:defRPr sz="3900">
                <a:highlight>
                  <a:schemeClr val="lt2"/>
                </a:highlight>
              </a:defRPr>
            </a:lvl8pPr>
            <a:lvl9pPr lvl="8">
              <a:lnSpc>
                <a:spcPct val="80000"/>
              </a:lnSpc>
              <a:spcBef>
                <a:spcPts val="0"/>
              </a:spcBef>
              <a:spcAft>
                <a:spcPts val="0"/>
              </a:spcAft>
              <a:buSzPts val="3900"/>
              <a:buFont typeface="Space Grotesk Medium"/>
              <a:buNone/>
              <a:defRPr sz="3900">
                <a:highlight>
                  <a:schemeClr val="lt2"/>
                </a:highlight>
              </a:defRPr>
            </a:lvl9pPr>
          </a:lstStyle>
          <a:p/>
        </p:txBody>
      </p:sp>
      <p:sp>
        <p:nvSpPr>
          <p:cNvPr id="78" name="Google Shape;78;p5"/>
          <p:cNvSpPr/>
          <p:nvPr>
            <p:ph idx="3" type="pic"/>
          </p:nvPr>
        </p:nvSpPr>
        <p:spPr>
          <a:xfrm>
            <a:off x="4634854" y="627935"/>
            <a:ext cx="3444300" cy="3271800"/>
          </a:xfrm>
          <a:prstGeom prst="rect">
            <a:avLst/>
          </a:prstGeom>
          <a:noFill/>
          <a:ln>
            <a:noFill/>
          </a:ln>
        </p:spPr>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
  <p:cSld name="ONE_COLUMN_TEXT_1">
    <p:bg>
      <p:bgPr>
        <a:solidFill>
          <a:schemeClr val="accent2"/>
        </a:solidFill>
      </p:bgPr>
    </p:bg>
    <p:spTree>
      <p:nvGrpSpPr>
        <p:cNvPr id="79" name="Shape 79"/>
        <p:cNvGrpSpPr/>
        <p:nvPr/>
      </p:nvGrpSpPr>
      <p:grpSpPr>
        <a:xfrm>
          <a:off x="0" y="0"/>
          <a:ext cx="0" cy="0"/>
          <a:chOff x="0" y="0"/>
          <a:chExt cx="0" cy="0"/>
        </a:xfrm>
      </p:grpSpPr>
      <p:grpSp>
        <p:nvGrpSpPr>
          <p:cNvPr id="80" name="Google Shape;80;p6"/>
          <p:cNvGrpSpPr/>
          <p:nvPr/>
        </p:nvGrpSpPr>
        <p:grpSpPr>
          <a:xfrm>
            <a:off x="2230528" y="1108408"/>
            <a:ext cx="4915231" cy="2940670"/>
            <a:chOff x="2230528" y="1108408"/>
            <a:chExt cx="4915231" cy="2940670"/>
          </a:xfrm>
        </p:grpSpPr>
        <p:sp>
          <p:nvSpPr>
            <p:cNvPr id="81" name="Google Shape;81;p6"/>
            <p:cNvSpPr/>
            <p:nvPr/>
          </p:nvSpPr>
          <p:spPr>
            <a:xfrm>
              <a:off x="3583559" y="223737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2" name="Google Shape;82;p6"/>
            <p:cNvSpPr/>
            <p:nvPr/>
          </p:nvSpPr>
          <p:spPr>
            <a:xfrm>
              <a:off x="3169759" y="1865553"/>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3" name="Google Shape;83;p6"/>
            <p:cNvSpPr/>
            <p:nvPr/>
          </p:nvSpPr>
          <p:spPr>
            <a:xfrm>
              <a:off x="2715512" y="1415749"/>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84" name="Google Shape;84;p6"/>
            <p:cNvSpPr/>
            <p:nvPr/>
          </p:nvSpPr>
          <p:spPr>
            <a:xfrm>
              <a:off x="2230528" y="1108408"/>
              <a:ext cx="3562200" cy="1811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85" name="Google Shape;85;p6"/>
          <p:cNvSpPr txBox="1"/>
          <p:nvPr>
            <p:ph type="title"/>
          </p:nvPr>
        </p:nvSpPr>
        <p:spPr>
          <a:xfrm>
            <a:off x="2420613" y="1299977"/>
            <a:ext cx="4262400" cy="9963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Medium"/>
              <a:buNone/>
              <a:defRPr sz="3500"/>
            </a:lvl1pPr>
            <a:lvl2pPr lvl="1" algn="ctr">
              <a:lnSpc>
                <a:spcPct val="80000"/>
              </a:lnSpc>
              <a:spcBef>
                <a:spcPts val="0"/>
              </a:spcBef>
              <a:spcAft>
                <a:spcPts val="0"/>
              </a:spcAft>
              <a:buSzPts val="3600"/>
              <a:buFont typeface="Space Grotesk Medium"/>
              <a:buNone/>
              <a:defRPr sz="3600"/>
            </a:lvl2pPr>
            <a:lvl3pPr lvl="2" algn="ctr">
              <a:lnSpc>
                <a:spcPct val="80000"/>
              </a:lnSpc>
              <a:spcBef>
                <a:spcPts val="0"/>
              </a:spcBef>
              <a:spcAft>
                <a:spcPts val="0"/>
              </a:spcAft>
              <a:buSzPts val="3600"/>
              <a:buFont typeface="Space Grotesk Medium"/>
              <a:buNone/>
              <a:defRPr sz="3600"/>
            </a:lvl3pPr>
            <a:lvl4pPr lvl="3" algn="ctr">
              <a:lnSpc>
                <a:spcPct val="80000"/>
              </a:lnSpc>
              <a:spcBef>
                <a:spcPts val="0"/>
              </a:spcBef>
              <a:spcAft>
                <a:spcPts val="0"/>
              </a:spcAft>
              <a:buSzPts val="3600"/>
              <a:buFont typeface="Space Grotesk Medium"/>
              <a:buNone/>
              <a:defRPr sz="3600"/>
            </a:lvl4pPr>
            <a:lvl5pPr lvl="4" algn="ctr">
              <a:lnSpc>
                <a:spcPct val="80000"/>
              </a:lnSpc>
              <a:spcBef>
                <a:spcPts val="0"/>
              </a:spcBef>
              <a:spcAft>
                <a:spcPts val="0"/>
              </a:spcAft>
              <a:buSzPts val="3600"/>
              <a:buFont typeface="Space Grotesk Medium"/>
              <a:buNone/>
              <a:defRPr sz="3600"/>
            </a:lvl5pPr>
            <a:lvl6pPr lvl="5" algn="ctr">
              <a:lnSpc>
                <a:spcPct val="80000"/>
              </a:lnSpc>
              <a:spcBef>
                <a:spcPts val="0"/>
              </a:spcBef>
              <a:spcAft>
                <a:spcPts val="0"/>
              </a:spcAft>
              <a:buSzPts val="3600"/>
              <a:buFont typeface="Space Grotesk Medium"/>
              <a:buNone/>
              <a:defRPr sz="3600"/>
            </a:lvl6pPr>
            <a:lvl7pPr lvl="6" algn="ctr">
              <a:lnSpc>
                <a:spcPct val="80000"/>
              </a:lnSpc>
              <a:spcBef>
                <a:spcPts val="0"/>
              </a:spcBef>
              <a:spcAft>
                <a:spcPts val="0"/>
              </a:spcAft>
              <a:buSzPts val="3600"/>
              <a:buFont typeface="Space Grotesk Medium"/>
              <a:buNone/>
              <a:defRPr sz="3600"/>
            </a:lvl7pPr>
            <a:lvl8pPr lvl="7" algn="ctr">
              <a:lnSpc>
                <a:spcPct val="80000"/>
              </a:lnSpc>
              <a:spcBef>
                <a:spcPts val="0"/>
              </a:spcBef>
              <a:spcAft>
                <a:spcPts val="0"/>
              </a:spcAft>
              <a:buSzPts val="3600"/>
              <a:buFont typeface="Space Grotesk Medium"/>
              <a:buNone/>
              <a:defRPr sz="3600"/>
            </a:lvl8pPr>
            <a:lvl9pPr lvl="8" algn="ctr">
              <a:lnSpc>
                <a:spcPct val="80000"/>
              </a:lnSpc>
              <a:spcBef>
                <a:spcPts val="0"/>
              </a:spcBef>
              <a:spcAft>
                <a:spcPts val="0"/>
              </a:spcAft>
              <a:buSzPts val="3600"/>
              <a:buFont typeface="Space Grotesk Medium"/>
              <a:buNone/>
              <a:defRPr sz="3600"/>
            </a:lvl9pPr>
          </a:lstStyle>
          <a:p/>
        </p:txBody>
      </p:sp>
      <p:sp>
        <p:nvSpPr>
          <p:cNvPr id="86" name="Google Shape;86;p6"/>
          <p:cNvSpPr txBox="1"/>
          <p:nvPr>
            <p:ph idx="1" type="body"/>
          </p:nvPr>
        </p:nvSpPr>
        <p:spPr>
          <a:xfrm>
            <a:off x="419237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87" name="Google Shape;87;p6"/>
          <p:cNvSpPr txBox="1"/>
          <p:nvPr>
            <p:ph idx="2" type="body"/>
          </p:nvPr>
        </p:nvSpPr>
        <p:spPr>
          <a:xfrm>
            <a:off x="5712456" y="2436625"/>
            <a:ext cx="1356300" cy="15483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highlight>
                  <a:schemeClr val="lt2"/>
                </a:highlight>
              </a:defRPr>
            </a:lvl1pPr>
            <a:lvl2pPr indent="-292100" lvl="1" marL="914400">
              <a:spcBef>
                <a:spcPts val="0"/>
              </a:spcBef>
              <a:spcAft>
                <a:spcPts val="0"/>
              </a:spcAft>
              <a:buSzPts val="1000"/>
              <a:buFont typeface="Space Grotesk"/>
              <a:buChar char="○"/>
              <a:defRPr sz="1000">
                <a:highlight>
                  <a:schemeClr val="lt2"/>
                </a:highlight>
              </a:defRPr>
            </a:lvl2pPr>
            <a:lvl3pPr indent="-292100" lvl="2" marL="1371600">
              <a:spcBef>
                <a:spcPts val="0"/>
              </a:spcBef>
              <a:spcAft>
                <a:spcPts val="0"/>
              </a:spcAft>
              <a:buSzPts val="1000"/>
              <a:buFont typeface="Space Grotesk"/>
              <a:buChar char="■"/>
              <a:defRPr sz="1000">
                <a:highlight>
                  <a:schemeClr val="lt2"/>
                </a:highlight>
              </a:defRPr>
            </a:lvl3pPr>
            <a:lvl4pPr indent="-292100" lvl="3" marL="1828800">
              <a:spcBef>
                <a:spcPts val="0"/>
              </a:spcBef>
              <a:spcAft>
                <a:spcPts val="0"/>
              </a:spcAft>
              <a:buSzPts val="1000"/>
              <a:buFont typeface="Space Grotesk"/>
              <a:buChar char="●"/>
              <a:defRPr sz="1000">
                <a:highlight>
                  <a:schemeClr val="lt2"/>
                </a:highlight>
              </a:defRPr>
            </a:lvl4pPr>
            <a:lvl5pPr indent="-292100" lvl="4" marL="2286000">
              <a:spcBef>
                <a:spcPts val="0"/>
              </a:spcBef>
              <a:spcAft>
                <a:spcPts val="0"/>
              </a:spcAft>
              <a:buSzPts val="1000"/>
              <a:buFont typeface="Space Grotesk"/>
              <a:buChar char="○"/>
              <a:defRPr sz="1000">
                <a:highlight>
                  <a:schemeClr val="lt2"/>
                </a:highlight>
              </a:defRPr>
            </a:lvl5pPr>
            <a:lvl6pPr indent="-292100" lvl="5" marL="2743200">
              <a:spcBef>
                <a:spcPts val="0"/>
              </a:spcBef>
              <a:spcAft>
                <a:spcPts val="0"/>
              </a:spcAft>
              <a:buSzPts val="1000"/>
              <a:buFont typeface="Space Grotesk"/>
              <a:buChar char="■"/>
              <a:defRPr sz="1000">
                <a:highlight>
                  <a:schemeClr val="lt2"/>
                </a:highlight>
              </a:defRPr>
            </a:lvl6pPr>
            <a:lvl7pPr indent="-292100" lvl="6" marL="3200400">
              <a:spcBef>
                <a:spcPts val="0"/>
              </a:spcBef>
              <a:spcAft>
                <a:spcPts val="0"/>
              </a:spcAft>
              <a:buSzPts val="1000"/>
              <a:buFont typeface="Space Grotesk"/>
              <a:buChar char="●"/>
              <a:defRPr sz="1000">
                <a:highlight>
                  <a:schemeClr val="lt2"/>
                </a:highlight>
              </a:defRPr>
            </a:lvl7pPr>
            <a:lvl8pPr indent="-292100" lvl="7" marL="3657600">
              <a:spcBef>
                <a:spcPts val="0"/>
              </a:spcBef>
              <a:spcAft>
                <a:spcPts val="0"/>
              </a:spcAft>
              <a:buSzPts val="1000"/>
              <a:buFont typeface="Space Grotesk"/>
              <a:buChar char="○"/>
              <a:defRPr sz="1000">
                <a:highlight>
                  <a:schemeClr val="lt2"/>
                </a:highlight>
              </a:defRPr>
            </a:lvl8pPr>
            <a:lvl9pPr indent="-292100" lvl="8" marL="4114800">
              <a:spcBef>
                <a:spcPts val="0"/>
              </a:spcBef>
              <a:spcAft>
                <a:spcPts val="0"/>
              </a:spcAft>
              <a:buSzPts val="1000"/>
              <a:buFont typeface="Space Grotesk"/>
              <a:buChar char="■"/>
              <a:defRPr sz="1000">
                <a:highlight>
                  <a:schemeClr val="lt2"/>
                </a:highlight>
              </a:defRPr>
            </a:lvl9pPr>
          </a:lstStyle>
          <a:p/>
        </p:txBody>
      </p:sp>
      <p:sp>
        <p:nvSpPr>
          <p:cNvPr id="88" name="Google Shape;88;p6"/>
          <p:cNvSpPr txBox="1"/>
          <p:nvPr>
            <p:ph idx="3" type="body"/>
          </p:nvPr>
        </p:nvSpPr>
        <p:spPr>
          <a:xfrm>
            <a:off x="2230525" y="2436625"/>
            <a:ext cx="1878300" cy="2085900"/>
          </a:xfrm>
          <a:prstGeom prst="rect">
            <a:avLst/>
          </a:prstGeom>
        </p:spPr>
        <p:txBody>
          <a:bodyPr anchorCtr="0" anchor="t" bIns="0" lIns="0" spcFirstLastPara="1" rIns="0" wrap="square" tIns="0">
            <a:noAutofit/>
          </a:bodyPr>
          <a:lstStyle>
            <a:lvl1pPr indent="-323850" lvl="0" marL="457200">
              <a:spcBef>
                <a:spcPts val="0"/>
              </a:spcBef>
              <a:spcAft>
                <a:spcPts val="0"/>
              </a:spcAft>
              <a:buClr>
                <a:schemeClr val="lt2"/>
              </a:buClr>
              <a:buSzPts val="1500"/>
              <a:buFont typeface="Space Grotesk"/>
              <a:buChar char="●"/>
              <a:defRPr sz="1500">
                <a:solidFill>
                  <a:schemeClr val="lt2"/>
                </a:solidFill>
                <a:highlight>
                  <a:schemeClr val="dk1"/>
                </a:highlight>
              </a:defRPr>
            </a:lvl1pPr>
            <a:lvl2pPr indent="-323850" lvl="1" marL="914400">
              <a:spcBef>
                <a:spcPts val="0"/>
              </a:spcBef>
              <a:spcAft>
                <a:spcPts val="0"/>
              </a:spcAft>
              <a:buClr>
                <a:schemeClr val="lt2"/>
              </a:buClr>
              <a:buSzPts val="1500"/>
              <a:buFont typeface="Space Grotesk"/>
              <a:buChar char="○"/>
              <a:defRPr sz="1500">
                <a:solidFill>
                  <a:schemeClr val="lt2"/>
                </a:solidFill>
                <a:highlight>
                  <a:schemeClr val="dk1"/>
                </a:highlight>
              </a:defRPr>
            </a:lvl2pPr>
            <a:lvl3pPr indent="-323850" lvl="2" marL="1371600">
              <a:spcBef>
                <a:spcPts val="0"/>
              </a:spcBef>
              <a:spcAft>
                <a:spcPts val="0"/>
              </a:spcAft>
              <a:buClr>
                <a:schemeClr val="lt2"/>
              </a:buClr>
              <a:buSzPts val="1500"/>
              <a:buFont typeface="Space Grotesk"/>
              <a:buChar char="■"/>
              <a:defRPr sz="1500">
                <a:solidFill>
                  <a:schemeClr val="lt2"/>
                </a:solidFill>
                <a:highlight>
                  <a:schemeClr val="dk1"/>
                </a:highlight>
              </a:defRPr>
            </a:lvl3pPr>
            <a:lvl4pPr indent="-323850" lvl="3" marL="1828800">
              <a:spcBef>
                <a:spcPts val="0"/>
              </a:spcBef>
              <a:spcAft>
                <a:spcPts val="0"/>
              </a:spcAft>
              <a:buClr>
                <a:schemeClr val="lt2"/>
              </a:buClr>
              <a:buSzPts val="1500"/>
              <a:buFont typeface="Space Grotesk"/>
              <a:buChar char="●"/>
              <a:defRPr sz="1500">
                <a:solidFill>
                  <a:schemeClr val="lt2"/>
                </a:solidFill>
                <a:highlight>
                  <a:schemeClr val="dk1"/>
                </a:highlight>
              </a:defRPr>
            </a:lvl4pPr>
            <a:lvl5pPr indent="-323850" lvl="4" marL="2286000">
              <a:spcBef>
                <a:spcPts val="0"/>
              </a:spcBef>
              <a:spcAft>
                <a:spcPts val="0"/>
              </a:spcAft>
              <a:buClr>
                <a:schemeClr val="lt2"/>
              </a:buClr>
              <a:buSzPts val="1500"/>
              <a:buFont typeface="Space Grotesk"/>
              <a:buChar char="○"/>
              <a:defRPr sz="1500">
                <a:solidFill>
                  <a:schemeClr val="lt2"/>
                </a:solidFill>
                <a:highlight>
                  <a:schemeClr val="dk1"/>
                </a:highlight>
              </a:defRPr>
            </a:lvl5pPr>
            <a:lvl6pPr indent="-323850" lvl="5" marL="2743200">
              <a:spcBef>
                <a:spcPts val="0"/>
              </a:spcBef>
              <a:spcAft>
                <a:spcPts val="0"/>
              </a:spcAft>
              <a:buClr>
                <a:schemeClr val="lt2"/>
              </a:buClr>
              <a:buSzPts val="1500"/>
              <a:buFont typeface="Space Grotesk"/>
              <a:buChar char="■"/>
              <a:defRPr sz="1500">
                <a:solidFill>
                  <a:schemeClr val="lt2"/>
                </a:solidFill>
                <a:highlight>
                  <a:schemeClr val="dk1"/>
                </a:highlight>
              </a:defRPr>
            </a:lvl6pPr>
            <a:lvl7pPr indent="-323850" lvl="6" marL="3200400">
              <a:spcBef>
                <a:spcPts val="0"/>
              </a:spcBef>
              <a:spcAft>
                <a:spcPts val="0"/>
              </a:spcAft>
              <a:buClr>
                <a:schemeClr val="lt2"/>
              </a:buClr>
              <a:buSzPts val="1500"/>
              <a:buFont typeface="Space Grotesk"/>
              <a:buChar char="●"/>
              <a:defRPr sz="1500">
                <a:solidFill>
                  <a:schemeClr val="lt2"/>
                </a:solidFill>
                <a:highlight>
                  <a:schemeClr val="dk1"/>
                </a:highlight>
              </a:defRPr>
            </a:lvl7pPr>
            <a:lvl8pPr indent="-323850" lvl="7" marL="3657600">
              <a:spcBef>
                <a:spcPts val="0"/>
              </a:spcBef>
              <a:spcAft>
                <a:spcPts val="0"/>
              </a:spcAft>
              <a:buClr>
                <a:schemeClr val="lt2"/>
              </a:buClr>
              <a:buSzPts val="1500"/>
              <a:buFont typeface="Space Grotesk"/>
              <a:buChar char="○"/>
              <a:defRPr sz="1500">
                <a:solidFill>
                  <a:schemeClr val="lt2"/>
                </a:solidFill>
                <a:highlight>
                  <a:schemeClr val="dk1"/>
                </a:highlight>
              </a:defRPr>
            </a:lvl8pPr>
            <a:lvl9pPr indent="-323850" lvl="8" marL="4114800">
              <a:spcBef>
                <a:spcPts val="0"/>
              </a:spcBef>
              <a:spcAft>
                <a:spcPts val="0"/>
              </a:spcAft>
              <a:buClr>
                <a:schemeClr val="lt2"/>
              </a:buClr>
              <a:buSzPts val="1500"/>
              <a:buFont typeface="Space Grotesk"/>
              <a:buChar char="■"/>
              <a:defRPr sz="1500">
                <a:solidFill>
                  <a:schemeClr val="lt2"/>
                </a:solidFill>
                <a:highlight>
                  <a:schemeClr val="dk1"/>
                </a:highligh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CUSTOM">
    <p:bg>
      <p:bgPr>
        <a:solidFill>
          <a:schemeClr val="accent2"/>
        </a:solidFill>
      </p:bgPr>
    </p:bg>
    <p:spTree>
      <p:nvGrpSpPr>
        <p:cNvPr id="89" name="Shape 89"/>
        <p:cNvGrpSpPr/>
        <p:nvPr/>
      </p:nvGrpSpPr>
      <p:grpSpPr>
        <a:xfrm>
          <a:off x="0" y="0"/>
          <a:ext cx="0" cy="0"/>
          <a:chOff x="0" y="0"/>
          <a:chExt cx="0" cy="0"/>
        </a:xfrm>
      </p:grpSpPr>
      <p:sp>
        <p:nvSpPr>
          <p:cNvPr id="90" name="Google Shape;90;p7"/>
          <p:cNvSpPr/>
          <p:nvPr>
            <p:ph idx="2" type="pic"/>
          </p:nvPr>
        </p:nvSpPr>
        <p:spPr>
          <a:xfrm>
            <a:off x="743700" y="1693750"/>
            <a:ext cx="3974100" cy="2702400"/>
          </a:xfrm>
          <a:prstGeom prst="rect">
            <a:avLst/>
          </a:prstGeom>
          <a:noFill/>
          <a:ln>
            <a:noFill/>
          </a:ln>
        </p:spPr>
      </p:sp>
      <p:grpSp>
        <p:nvGrpSpPr>
          <p:cNvPr id="91" name="Google Shape;91;p7"/>
          <p:cNvGrpSpPr/>
          <p:nvPr/>
        </p:nvGrpSpPr>
        <p:grpSpPr>
          <a:xfrm>
            <a:off x="743700" y="742300"/>
            <a:ext cx="7047725" cy="3657400"/>
            <a:chOff x="743700" y="742300"/>
            <a:chExt cx="7047725" cy="3657400"/>
          </a:xfrm>
        </p:grpSpPr>
        <p:sp>
          <p:nvSpPr>
            <p:cNvPr id="92" name="Google Shape;92;p7"/>
            <p:cNvSpPr/>
            <p:nvPr/>
          </p:nvSpPr>
          <p:spPr>
            <a:xfrm>
              <a:off x="4626725" y="1693750"/>
              <a:ext cx="3164700" cy="1721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3" name="Google Shape;93;p7"/>
            <p:cNvSpPr/>
            <p:nvPr/>
          </p:nvSpPr>
          <p:spPr>
            <a:xfrm>
              <a:off x="4718150" y="3341000"/>
              <a:ext cx="14652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4" name="Google Shape;94;p7"/>
            <p:cNvSpPr/>
            <p:nvPr/>
          </p:nvSpPr>
          <p:spPr>
            <a:xfrm>
              <a:off x="743700" y="742300"/>
              <a:ext cx="4529700" cy="1839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5" name="Google Shape;95;p7"/>
            <p:cNvSpPr/>
            <p:nvPr/>
          </p:nvSpPr>
          <p:spPr>
            <a:xfrm>
              <a:off x="1359836" y="2451775"/>
              <a:ext cx="4164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6" name="Google Shape;96;p7"/>
            <p:cNvSpPr/>
            <p:nvPr/>
          </p:nvSpPr>
          <p:spPr>
            <a:xfrm>
              <a:off x="744050" y="3236575"/>
              <a:ext cx="7419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7" name="Google Shape;97;p7"/>
            <p:cNvSpPr/>
            <p:nvPr/>
          </p:nvSpPr>
          <p:spPr>
            <a:xfrm>
              <a:off x="1495975" y="2368625"/>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98" name="Google Shape;98;p7"/>
            <p:cNvSpPr/>
            <p:nvPr/>
          </p:nvSpPr>
          <p:spPr>
            <a:xfrm>
              <a:off x="3976375" y="2351575"/>
              <a:ext cx="741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99" name="Google Shape;99;p7"/>
          <p:cNvSpPr/>
          <p:nvPr/>
        </p:nvSpPr>
        <p:spPr>
          <a:xfrm>
            <a:off x="4718150" y="2839125"/>
            <a:ext cx="1465200" cy="576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0" name="Google Shape;100;p7"/>
          <p:cNvSpPr/>
          <p:nvPr/>
        </p:nvSpPr>
        <p:spPr>
          <a:xfrm>
            <a:off x="6183250" y="3341000"/>
            <a:ext cx="12453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01" name="Google Shape;101;p7"/>
          <p:cNvSpPr txBox="1"/>
          <p:nvPr>
            <p:ph type="title"/>
          </p:nvPr>
        </p:nvSpPr>
        <p:spPr>
          <a:xfrm>
            <a:off x="1032350" y="737025"/>
            <a:ext cx="3651300" cy="1555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02" name="Google Shape;102;p7"/>
          <p:cNvSpPr txBox="1"/>
          <p:nvPr>
            <p:ph idx="3" type="title"/>
          </p:nvPr>
        </p:nvSpPr>
        <p:spPr>
          <a:xfrm>
            <a:off x="6183250" y="3136100"/>
            <a:ext cx="2217000" cy="2085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lnSpc>
                <a:spcPct val="115000"/>
              </a:lnSpc>
              <a:spcBef>
                <a:spcPts val="0"/>
              </a:spcBef>
              <a:spcAft>
                <a:spcPts val="0"/>
              </a:spcAft>
              <a:buSzPts val="1000"/>
              <a:buFont typeface="Space Grotesk Medium"/>
              <a:buNone/>
              <a:defRPr sz="1000">
                <a:highlight>
                  <a:schemeClr val="lt2"/>
                </a:highlight>
              </a:defRPr>
            </a:lvl2pPr>
            <a:lvl3pPr lvl="2">
              <a:lnSpc>
                <a:spcPct val="115000"/>
              </a:lnSpc>
              <a:spcBef>
                <a:spcPts val="0"/>
              </a:spcBef>
              <a:spcAft>
                <a:spcPts val="0"/>
              </a:spcAft>
              <a:buSzPts val="1000"/>
              <a:buFont typeface="Space Grotesk Medium"/>
              <a:buNone/>
              <a:defRPr sz="1000">
                <a:highlight>
                  <a:schemeClr val="lt2"/>
                </a:highlight>
              </a:defRPr>
            </a:lvl3pPr>
            <a:lvl4pPr lvl="3">
              <a:lnSpc>
                <a:spcPct val="115000"/>
              </a:lnSpc>
              <a:spcBef>
                <a:spcPts val="0"/>
              </a:spcBef>
              <a:spcAft>
                <a:spcPts val="0"/>
              </a:spcAft>
              <a:buSzPts val="1000"/>
              <a:buFont typeface="Space Grotesk Medium"/>
              <a:buNone/>
              <a:defRPr sz="1000">
                <a:highlight>
                  <a:schemeClr val="lt2"/>
                </a:highlight>
              </a:defRPr>
            </a:lvl4pPr>
            <a:lvl5pPr lvl="4">
              <a:lnSpc>
                <a:spcPct val="115000"/>
              </a:lnSpc>
              <a:spcBef>
                <a:spcPts val="0"/>
              </a:spcBef>
              <a:spcAft>
                <a:spcPts val="0"/>
              </a:spcAft>
              <a:buSzPts val="1000"/>
              <a:buFont typeface="Space Grotesk Medium"/>
              <a:buNone/>
              <a:defRPr sz="1000">
                <a:highlight>
                  <a:schemeClr val="lt2"/>
                </a:highlight>
              </a:defRPr>
            </a:lvl5pPr>
            <a:lvl6pPr lvl="5">
              <a:lnSpc>
                <a:spcPct val="115000"/>
              </a:lnSpc>
              <a:spcBef>
                <a:spcPts val="0"/>
              </a:spcBef>
              <a:spcAft>
                <a:spcPts val="0"/>
              </a:spcAft>
              <a:buSzPts val="1000"/>
              <a:buFont typeface="Space Grotesk Medium"/>
              <a:buNone/>
              <a:defRPr sz="1000">
                <a:highlight>
                  <a:schemeClr val="lt2"/>
                </a:highlight>
              </a:defRPr>
            </a:lvl6pPr>
            <a:lvl7pPr lvl="6">
              <a:lnSpc>
                <a:spcPct val="115000"/>
              </a:lnSpc>
              <a:spcBef>
                <a:spcPts val="0"/>
              </a:spcBef>
              <a:spcAft>
                <a:spcPts val="0"/>
              </a:spcAft>
              <a:buSzPts val="1000"/>
              <a:buFont typeface="Space Grotesk Medium"/>
              <a:buNone/>
              <a:defRPr sz="1000">
                <a:highlight>
                  <a:schemeClr val="lt2"/>
                </a:highlight>
              </a:defRPr>
            </a:lvl7pPr>
            <a:lvl8pPr lvl="7">
              <a:lnSpc>
                <a:spcPct val="115000"/>
              </a:lnSpc>
              <a:spcBef>
                <a:spcPts val="0"/>
              </a:spcBef>
              <a:spcAft>
                <a:spcPts val="0"/>
              </a:spcAft>
              <a:buSzPts val="1000"/>
              <a:buFont typeface="Space Grotesk Medium"/>
              <a:buNone/>
              <a:defRPr sz="1000">
                <a:highlight>
                  <a:schemeClr val="lt2"/>
                </a:highlight>
              </a:defRPr>
            </a:lvl8pPr>
            <a:lvl9pPr lvl="8">
              <a:lnSpc>
                <a:spcPct val="115000"/>
              </a:lnSpc>
              <a:spcBef>
                <a:spcPts val="0"/>
              </a:spcBef>
              <a:spcAft>
                <a:spcPts val="0"/>
              </a:spcAft>
              <a:buSzPts val="1000"/>
              <a:buFont typeface="Space Grotesk Medium"/>
              <a:buNone/>
              <a:defRPr sz="1000">
                <a:highlight>
                  <a:schemeClr val="lt2"/>
                </a:highlight>
              </a:defRPr>
            </a:lvl9pPr>
          </a:lstStyle>
          <a:p/>
        </p:txBody>
      </p:sp>
      <p:sp>
        <p:nvSpPr>
          <p:cNvPr id="103" name="Google Shape;103;p7"/>
          <p:cNvSpPr txBox="1"/>
          <p:nvPr>
            <p:ph idx="4" type="title"/>
          </p:nvPr>
        </p:nvSpPr>
        <p:spPr>
          <a:xfrm>
            <a:off x="4713425" y="1725175"/>
            <a:ext cx="2991300" cy="1211400"/>
          </a:xfrm>
          <a:prstGeom prst="rect">
            <a:avLst/>
          </a:prstGeom>
        </p:spPr>
        <p:txBody>
          <a:bodyPr anchorCtr="0" anchor="t" bIns="0" lIns="0" spcFirstLastPara="1" rIns="0" wrap="square" tIns="0">
            <a:noAutofit/>
          </a:bodyPr>
          <a:lstStyle>
            <a:lvl1pPr lvl="0">
              <a:lnSpc>
                <a:spcPct val="115000"/>
              </a:lnSpc>
              <a:spcBef>
                <a:spcPts val="0"/>
              </a:spcBef>
              <a:spcAft>
                <a:spcPts val="0"/>
              </a:spcAft>
              <a:buSzPts val="1500"/>
              <a:buFont typeface="Space Grotesk Medium"/>
              <a:buNone/>
              <a:defRPr sz="1500">
                <a:highlight>
                  <a:schemeClr val="lt2"/>
                </a:highlight>
              </a:defRPr>
            </a:lvl1pPr>
            <a:lvl2pPr lvl="1">
              <a:lnSpc>
                <a:spcPct val="115000"/>
              </a:lnSpc>
              <a:spcBef>
                <a:spcPts val="0"/>
              </a:spcBef>
              <a:spcAft>
                <a:spcPts val="0"/>
              </a:spcAft>
              <a:buSzPts val="1500"/>
              <a:buFont typeface="Space Grotesk Medium"/>
              <a:buNone/>
              <a:defRPr sz="1500">
                <a:highlight>
                  <a:schemeClr val="lt2"/>
                </a:highlight>
              </a:defRPr>
            </a:lvl2pPr>
            <a:lvl3pPr lvl="2">
              <a:lnSpc>
                <a:spcPct val="115000"/>
              </a:lnSpc>
              <a:spcBef>
                <a:spcPts val="0"/>
              </a:spcBef>
              <a:spcAft>
                <a:spcPts val="0"/>
              </a:spcAft>
              <a:buSzPts val="1500"/>
              <a:buFont typeface="Space Grotesk Medium"/>
              <a:buNone/>
              <a:defRPr sz="1500">
                <a:highlight>
                  <a:schemeClr val="lt2"/>
                </a:highlight>
              </a:defRPr>
            </a:lvl3pPr>
            <a:lvl4pPr lvl="3">
              <a:lnSpc>
                <a:spcPct val="115000"/>
              </a:lnSpc>
              <a:spcBef>
                <a:spcPts val="0"/>
              </a:spcBef>
              <a:spcAft>
                <a:spcPts val="0"/>
              </a:spcAft>
              <a:buSzPts val="1500"/>
              <a:buFont typeface="Space Grotesk Medium"/>
              <a:buNone/>
              <a:defRPr sz="1500">
                <a:highlight>
                  <a:schemeClr val="lt2"/>
                </a:highlight>
              </a:defRPr>
            </a:lvl4pPr>
            <a:lvl5pPr lvl="4">
              <a:lnSpc>
                <a:spcPct val="115000"/>
              </a:lnSpc>
              <a:spcBef>
                <a:spcPts val="0"/>
              </a:spcBef>
              <a:spcAft>
                <a:spcPts val="0"/>
              </a:spcAft>
              <a:buSzPts val="1500"/>
              <a:buFont typeface="Space Grotesk Medium"/>
              <a:buNone/>
              <a:defRPr sz="1500">
                <a:highlight>
                  <a:schemeClr val="lt2"/>
                </a:highlight>
              </a:defRPr>
            </a:lvl5pPr>
            <a:lvl6pPr lvl="5">
              <a:lnSpc>
                <a:spcPct val="115000"/>
              </a:lnSpc>
              <a:spcBef>
                <a:spcPts val="0"/>
              </a:spcBef>
              <a:spcAft>
                <a:spcPts val="0"/>
              </a:spcAft>
              <a:buSzPts val="1500"/>
              <a:buFont typeface="Space Grotesk Medium"/>
              <a:buNone/>
              <a:defRPr sz="1500">
                <a:highlight>
                  <a:schemeClr val="lt2"/>
                </a:highlight>
              </a:defRPr>
            </a:lvl6pPr>
            <a:lvl7pPr lvl="6">
              <a:lnSpc>
                <a:spcPct val="115000"/>
              </a:lnSpc>
              <a:spcBef>
                <a:spcPts val="0"/>
              </a:spcBef>
              <a:spcAft>
                <a:spcPts val="0"/>
              </a:spcAft>
              <a:buSzPts val="1500"/>
              <a:buFont typeface="Space Grotesk Medium"/>
              <a:buNone/>
              <a:defRPr sz="1500">
                <a:highlight>
                  <a:schemeClr val="lt2"/>
                </a:highlight>
              </a:defRPr>
            </a:lvl7pPr>
            <a:lvl8pPr lvl="7">
              <a:lnSpc>
                <a:spcPct val="115000"/>
              </a:lnSpc>
              <a:spcBef>
                <a:spcPts val="0"/>
              </a:spcBef>
              <a:spcAft>
                <a:spcPts val="0"/>
              </a:spcAft>
              <a:buSzPts val="1500"/>
              <a:buFont typeface="Space Grotesk Medium"/>
              <a:buNone/>
              <a:defRPr sz="1500">
                <a:highlight>
                  <a:schemeClr val="lt2"/>
                </a:highlight>
              </a:defRPr>
            </a:lvl8pPr>
            <a:lvl9pPr lvl="8">
              <a:lnSpc>
                <a:spcPct val="115000"/>
              </a:lnSpc>
              <a:spcBef>
                <a:spcPts val="0"/>
              </a:spcBef>
              <a:spcAft>
                <a:spcPts val="0"/>
              </a:spcAft>
              <a:buSzPts val="1500"/>
              <a:buFont typeface="Space Grotesk Medium"/>
              <a:buNone/>
              <a:defRPr sz="1500">
                <a:highlight>
                  <a:schemeClr val="lt2"/>
                </a:highlight>
              </a:defRPr>
            </a:lvl9pPr>
          </a:lstStyle>
          <a:p/>
        </p:txBody>
      </p:sp>
      <p:sp>
        <p:nvSpPr>
          <p:cNvPr id="104" name="Google Shape;104;p7"/>
          <p:cNvSpPr txBox="1"/>
          <p:nvPr>
            <p:ph idx="5" type="title"/>
          </p:nvPr>
        </p:nvSpPr>
        <p:spPr>
          <a:xfrm>
            <a:off x="5340025" y="733275"/>
            <a:ext cx="32874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05" name="Google Shape;105;p7"/>
          <p:cNvSpPr/>
          <p:nvPr>
            <p:ph idx="6" type="pic"/>
          </p:nvPr>
        </p:nvSpPr>
        <p:spPr>
          <a:xfrm>
            <a:off x="6183250" y="3344750"/>
            <a:ext cx="2217000" cy="1051200"/>
          </a:xfrm>
          <a:prstGeom prst="rect">
            <a:avLst/>
          </a:prstGeom>
          <a:noFill/>
          <a:ln>
            <a:noFill/>
          </a:ln>
        </p:spPr>
      </p:sp>
      <p:sp>
        <p:nvSpPr>
          <p:cNvPr id="106" name="Google Shape;106;p7"/>
          <p:cNvSpPr txBox="1"/>
          <p:nvPr>
            <p:ph idx="7" type="title"/>
          </p:nvPr>
        </p:nvSpPr>
        <p:spPr>
          <a:xfrm>
            <a:off x="4804625" y="2962500"/>
            <a:ext cx="1317600" cy="1692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Medium"/>
              <a:buNone/>
              <a:defRPr sz="1000">
                <a:highlight>
                  <a:schemeClr val="lt2"/>
                </a:highlight>
              </a:defRPr>
            </a:lvl1pPr>
            <a:lvl2pPr lvl="1">
              <a:spcBef>
                <a:spcPts val="0"/>
              </a:spcBef>
              <a:spcAft>
                <a:spcPts val="0"/>
              </a:spcAft>
              <a:buSzPts val="1000"/>
              <a:buFont typeface="Space Grotesk Medium"/>
              <a:buNone/>
              <a:defRPr sz="1000">
                <a:highlight>
                  <a:schemeClr val="lt2"/>
                </a:highlight>
              </a:defRPr>
            </a:lvl2pPr>
            <a:lvl3pPr lvl="2">
              <a:spcBef>
                <a:spcPts val="0"/>
              </a:spcBef>
              <a:spcAft>
                <a:spcPts val="0"/>
              </a:spcAft>
              <a:buSzPts val="1000"/>
              <a:buFont typeface="Space Grotesk Medium"/>
              <a:buNone/>
              <a:defRPr sz="1000">
                <a:highlight>
                  <a:schemeClr val="lt2"/>
                </a:highlight>
              </a:defRPr>
            </a:lvl3pPr>
            <a:lvl4pPr lvl="3">
              <a:spcBef>
                <a:spcPts val="0"/>
              </a:spcBef>
              <a:spcAft>
                <a:spcPts val="0"/>
              </a:spcAft>
              <a:buSzPts val="1000"/>
              <a:buFont typeface="Space Grotesk Medium"/>
              <a:buNone/>
              <a:defRPr sz="1000">
                <a:highlight>
                  <a:schemeClr val="lt2"/>
                </a:highlight>
              </a:defRPr>
            </a:lvl4pPr>
            <a:lvl5pPr lvl="4">
              <a:spcBef>
                <a:spcPts val="0"/>
              </a:spcBef>
              <a:spcAft>
                <a:spcPts val="0"/>
              </a:spcAft>
              <a:buSzPts val="1000"/>
              <a:buFont typeface="Space Grotesk Medium"/>
              <a:buNone/>
              <a:defRPr sz="1000">
                <a:highlight>
                  <a:schemeClr val="lt2"/>
                </a:highlight>
              </a:defRPr>
            </a:lvl5pPr>
            <a:lvl6pPr lvl="5">
              <a:spcBef>
                <a:spcPts val="0"/>
              </a:spcBef>
              <a:spcAft>
                <a:spcPts val="0"/>
              </a:spcAft>
              <a:buSzPts val="1000"/>
              <a:buFont typeface="Space Grotesk Medium"/>
              <a:buNone/>
              <a:defRPr sz="1000">
                <a:highlight>
                  <a:schemeClr val="lt2"/>
                </a:highlight>
              </a:defRPr>
            </a:lvl6pPr>
            <a:lvl7pPr lvl="6">
              <a:spcBef>
                <a:spcPts val="0"/>
              </a:spcBef>
              <a:spcAft>
                <a:spcPts val="0"/>
              </a:spcAft>
              <a:buSzPts val="1000"/>
              <a:buFont typeface="Space Grotesk Medium"/>
              <a:buNone/>
              <a:defRPr sz="1000">
                <a:highlight>
                  <a:schemeClr val="lt2"/>
                </a:highlight>
              </a:defRPr>
            </a:lvl7pPr>
            <a:lvl8pPr lvl="7">
              <a:spcBef>
                <a:spcPts val="0"/>
              </a:spcBef>
              <a:spcAft>
                <a:spcPts val="0"/>
              </a:spcAft>
              <a:buSzPts val="1000"/>
              <a:buFont typeface="Space Grotesk Medium"/>
              <a:buNone/>
              <a:defRPr sz="1000">
                <a:highlight>
                  <a:schemeClr val="lt2"/>
                </a:highlight>
              </a:defRPr>
            </a:lvl8pPr>
            <a:lvl9pPr lvl="8">
              <a:spcBef>
                <a:spcPts val="0"/>
              </a:spcBef>
              <a:spcAft>
                <a:spcPts val="0"/>
              </a:spcAft>
              <a:buSzPts val="1000"/>
              <a:buFont typeface="Space Grotesk Medium"/>
              <a:buNone/>
              <a:defRPr sz="1000">
                <a:highlight>
                  <a:schemeClr val="lt2"/>
                </a:highlight>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 Alt 1">
  <p:cSld name="CUSTOM_1">
    <p:bg>
      <p:bgPr>
        <a:solidFill>
          <a:schemeClr val="accent2"/>
        </a:solidFill>
      </p:bgPr>
    </p:bg>
    <p:spTree>
      <p:nvGrpSpPr>
        <p:cNvPr id="107" name="Shape 107"/>
        <p:cNvGrpSpPr/>
        <p:nvPr/>
      </p:nvGrpSpPr>
      <p:grpSpPr>
        <a:xfrm>
          <a:off x="0" y="0"/>
          <a:ext cx="0" cy="0"/>
          <a:chOff x="0" y="0"/>
          <a:chExt cx="0" cy="0"/>
        </a:xfrm>
      </p:grpSpPr>
      <p:sp>
        <p:nvSpPr>
          <p:cNvPr id="108" name="Google Shape;108;p8"/>
          <p:cNvSpPr/>
          <p:nvPr/>
        </p:nvSpPr>
        <p:spPr>
          <a:xfrm>
            <a:off x="743700" y="2071975"/>
            <a:ext cx="357300" cy="5103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09" name="Google Shape;109;p8"/>
          <p:cNvSpPr/>
          <p:nvPr>
            <p:ph idx="2" type="pic"/>
          </p:nvPr>
        </p:nvSpPr>
        <p:spPr>
          <a:xfrm>
            <a:off x="978875" y="2071975"/>
            <a:ext cx="3761700" cy="2680200"/>
          </a:xfrm>
          <a:prstGeom prst="rect">
            <a:avLst/>
          </a:prstGeom>
          <a:noFill/>
          <a:ln>
            <a:noFill/>
          </a:ln>
        </p:spPr>
      </p:sp>
      <p:sp>
        <p:nvSpPr>
          <p:cNvPr id="110" name="Google Shape;110;p8"/>
          <p:cNvSpPr/>
          <p:nvPr/>
        </p:nvSpPr>
        <p:spPr>
          <a:xfrm>
            <a:off x="743700" y="743700"/>
            <a:ext cx="4529700" cy="1350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1" name="Google Shape;111;p8"/>
          <p:cNvSpPr/>
          <p:nvPr/>
        </p:nvSpPr>
        <p:spPr>
          <a:xfrm>
            <a:off x="1285575" y="2039600"/>
            <a:ext cx="385200" cy="829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2" name="Google Shape;112;p8"/>
          <p:cNvSpPr/>
          <p:nvPr/>
        </p:nvSpPr>
        <p:spPr>
          <a:xfrm>
            <a:off x="742950" y="3098550"/>
            <a:ext cx="1359900" cy="492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3" name="Google Shape;113;p8"/>
          <p:cNvSpPr/>
          <p:nvPr/>
        </p:nvSpPr>
        <p:spPr>
          <a:xfrm>
            <a:off x="4718150" y="3884200"/>
            <a:ext cx="765000" cy="867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4" name="Google Shape;114;p8"/>
          <p:cNvSpPr/>
          <p:nvPr/>
        </p:nvSpPr>
        <p:spPr>
          <a:xfrm>
            <a:off x="3800525" y="2039600"/>
            <a:ext cx="1004100" cy="7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15" name="Google Shape;115;p8"/>
          <p:cNvSpPr/>
          <p:nvPr/>
        </p:nvSpPr>
        <p:spPr>
          <a:xfrm>
            <a:off x="4718150" y="378500"/>
            <a:ext cx="3552000" cy="4021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16" name="Google Shape;116;p8"/>
          <p:cNvSpPr txBox="1"/>
          <p:nvPr>
            <p:ph type="title"/>
          </p:nvPr>
        </p:nvSpPr>
        <p:spPr>
          <a:xfrm>
            <a:off x="4946700" y="623600"/>
            <a:ext cx="3093300" cy="16689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17" name="Google Shape;117;p8"/>
          <p:cNvSpPr/>
          <p:nvPr>
            <p:ph idx="3" type="pic"/>
          </p:nvPr>
        </p:nvSpPr>
        <p:spPr>
          <a:xfrm>
            <a:off x="742950" y="3591150"/>
            <a:ext cx="1359900" cy="970800"/>
          </a:xfrm>
          <a:prstGeom prst="rect">
            <a:avLst/>
          </a:prstGeom>
          <a:noFill/>
          <a:ln>
            <a:noFill/>
          </a:ln>
        </p:spPr>
      </p:sp>
      <p:sp>
        <p:nvSpPr>
          <p:cNvPr id="118" name="Google Shape;118;p8"/>
          <p:cNvSpPr txBox="1"/>
          <p:nvPr>
            <p:ph idx="4" type="title"/>
          </p:nvPr>
        </p:nvSpPr>
        <p:spPr>
          <a:xfrm>
            <a:off x="883025" y="797467"/>
            <a:ext cx="3921600" cy="9123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highlight>
                  <a:schemeClr val="lt2"/>
                </a:highlight>
                <a:latin typeface="Space Grotesk"/>
                <a:ea typeface="Space Grotesk"/>
                <a:cs typeface="Space Grotesk"/>
                <a:sym typeface="Space Grotesk"/>
              </a:defRPr>
            </a:lvl1pPr>
            <a:lvl2pPr lvl="1" algn="ctr">
              <a:spcBef>
                <a:spcPts val="0"/>
              </a:spcBef>
              <a:spcAft>
                <a:spcPts val="0"/>
              </a:spcAft>
              <a:buSzPts val="7700"/>
              <a:buNone/>
              <a:defRPr sz="7700"/>
            </a:lvl2pPr>
            <a:lvl3pPr lvl="2" algn="ctr">
              <a:spcBef>
                <a:spcPts val="0"/>
              </a:spcBef>
              <a:spcAft>
                <a:spcPts val="0"/>
              </a:spcAft>
              <a:buSzPts val="7700"/>
              <a:buNone/>
              <a:defRPr sz="7700"/>
            </a:lvl3pPr>
            <a:lvl4pPr lvl="3" algn="ctr">
              <a:spcBef>
                <a:spcPts val="0"/>
              </a:spcBef>
              <a:spcAft>
                <a:spcPts val="0"/>
              </a:spcAft>
              <a:buSzPts val="7700"/>
              <a:buNone/>
              <a:defRPr sz="7700"/>
            </a:lvl4pPr>
            <a:lvl5pPr lvl="4" algn="ctr">
              <a:spcBef>
                <a:spcPts val="0"/>
              </a:spcBef>
              <a:spcAft>
                <a:spcPts val="0"/>
              </a:spcAft>
              <a:buSzPts val="7700"/>
              <a:buNone/>
              <a:defRPr sz="7700"/>
            </a:lvl5pPr>
            <a:lvl6pPr lvl="5" algn="ctr">
              <a:spcBef>
                <a:spcPts val="0"/>
              </a:spcBef>
              <a:spcAft>
                <a:spcPts val="0"/>
              </a:spcAft>
              <a:buSzPts val="7700"/>
              <a:buNone/>
              <a:defRPr sz="7700"/>
            </a:lvl6pPr>
            <a:lvl7pPr lvl="6" algn="ctr">
              <a:spcBef>
                <a:spcPts val="0"/>
              </a:spcBef>
              <a:spcAft>
                <a:spcPts val="0"/>
              </a:spcAft>
              <a:buSzPts val="7700"/>
              <a:buNone/>
              <a:defRPr sz="7700"/>
            </a:lvl7pPr>
            <a:lvl8pPr lvl="7" algn="ctr">
              <a:spcBef>
                <a:spcPts val="0"/>
              </a:spcBef>
              <a:spcAft>
                <a:spcPts val="0"/>
              </a:spcAft>
              <a:buSzPts val="7700"/>
              <a:buNone/>
              <a:defRPr sz="7700"/>
            </a:lvl8pPr>
            <a:lvl9pPr lvl="8" algn="ctr">
              <a:spcBef>
                <a:spcPts val="0"/>
              </a:spcBef>
              <a:spcAft>
                <a:spcPts val="0"/>
              </a:spcAft>
              <a:buSzPts val="7700"/>
              <a:buNone/>
              <a:defRPr sz="7700"/>
            </a:lvl9pPr>
          </a:lstStyle>
          <a:p/>
        </p:txBody>
      </p:sp>
      <p:sp>
        <p:nvSpPr>
          <p:cNvPr id="119" name="Google Shape;119;p8"/>
          <p:cNvSpPr/>
          <p:nvPr/>
        </p:nvSpPr>
        <p:spPr>
          <a:xfrm>
            <a:off x="956075" y="1848025"/>
            <a:ext cx="357300" cy="593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120" name="Google Shape;120;p8"/>
          <p:cNvSpPr txBox="1"/>
          <p:nvPr>
            <p:ph idx="5" type="title"/>
          </p:nvPr>
        </p:nvSpPr>
        <p:spPr>
          <a:xfrm>
            <a:off x="883025" y="1805225"/>
            <a:ext cx="3093300" cy="2667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1pPr>
            <a:lvl2pPr lvl="1">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2pPr>
            <a:lvl3pPr lvl="2">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3pPr>
            <a:lvl4pPr lvl="3">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4pPr>
            <a:lvl5pPr lvl="4">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5pPr>
            <a:lvl6pPr lvl="5">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6pPr>
            <a:lvl7pPr lvl="6">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7pPr>
            <a:lvl8pPr lvl="7">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8pPr>
            <a:lvl9pPr lvl="8">
              <a:lnSpc>
                <a:spcPct val="115000"/>
              </a:lnSpc>
              <a:spcBef>
                <a:spcPts val="0"/>
              </a:spcBef>
              <a:spcAft>
                <a:spcPts val="0"/>
              </a:spcAft>
              <a:buSzPts val="1500"/>
              <a:buFont typeface="Space Grotesk"/>
              <a:buNone/>
              <a:defRPr sz="1500">
                <a:highlight>
                  <a:schemeClr val="lt2"/>
                </a:highlight>
                <a:latin typeface="Space Grotesk"/>
                <a:ea typeface="Space Grotesk"/>
                <a:cs typeface="Space Grotesk"/>
                <a:sym typeface="Space Grotesk"/>
              </a:defRPr>
            </a:lvl9pPr>
          </a:lstStyle>
          <a:p/>
        </p:txBody>
      </p:sp>
      <p:sp>
        <p:nvSpPr>
          <p:cNvPr id="121" name="Google Shape;121;p8"/>
          <p:cNvSpPr txBox="1"/>
          <p:nvPr>
            <p:ph idx="6" type="title"/>
          </p:nvPr>
        </p:nvSpPr>
        <p:spPr>
          <a:xfrm>
            <a:off x="812500" y="3259700"/>
            <a:ext cx="1463700" cy="451800"/>
          </a:xfrm>
          <a:prstGeom prst="rect">
            <a:avLst/>
          </a:prstGeom>
        </p:spPr>
        <p:txBody>
          <a:bodyPr anchorCtr="0" anchor="t" bIns="0" lIns="0" spcFirstLastPara="1" rIns="0" wrap="square" tIns="0">
            <a:normAutofit/>
          </a:bodyPr>
          <a:lstStyle>
            <a:lvl1pPr lvl="0">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1pPr>
            <a:lvl2pPr lvl="1">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2pPr>
            <a:lvl3pPr lvl="2">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3pPr>
            <a:lvl4pPr lvl="3">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4pPr>
            <a:lvl5pPr lvl="4">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5pPr>
            <a:lvl6pPr lvl="5">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6pPr>
            <a:lvl7pPr lvl="6">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7pPr>
            <a:lvl8pPr lvl="7">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8pPr>
            <a:lvl9pPr lvl="8">
              <a:lnSpc>
                <a:spcPct val="115000"/>
              </a:lnSpc>
              <a:spcBef>
                <a:spcPts val="0"/>
              </a:spcBef>
              <a:spcAft>
                <a:spcPts val="0"/>
              </a:spcAft>
              <a:buSzPts val="1000"/>
              <a:buFont typeface="Space Grotesk"/>
              <a:buNone/>
              <a:defRPr sz="1000">
                <a:latin typeface="Space Grotesk"/>
                <a:ea typeface="Space Grotesk"/>
                <a:cs typeface="Space Grotesk"/>
                <a:sym typeface="Space Grotesk"/>
              </a:defRPr>
            </a:lvl9pPr>
          </a:lstStyle>
          <a:p/>
        </p:txBody>
      </p:sp>
    </p:spTree>
  </p:cSld>
  <p:clrMapOvr>
    <a:masterClrMapping/>
  </p:clrMapOvr>
  <p:extLst>
    <p:ext uri="{DCECCB84-F9BA-43D5-87BE-67443E8EF086}">
      <p15:sldGuideLst>
        <p15:guide id="1" orient="horz" pos="159">
          <p15:clr>
            <a:srgbClr val="E46962"/>
          </p15:clr>
        </p15:guide>
        <p15:guide id="2" pos="159">
          <p15:clr>
            <a:srgbClr val="E46962"/>
          </p15:clr>
        </p15:guide>
        <p15:guide id="3" pos="5601">
          <p15:clr>
            <a:srgbClr val="E46962"/>
          </p15:clr>
        </p15:guide>
        <p15:guide id="4" orient="horz" pos="3081">
          <p15:clr>
            <a:srgbClr val="E46962"/>
          </p15:clr>
        </p15:guide>
        <p15:guide id="5" pos="468">
          <p15:clr>
            <a:srgbClr val="E46962"/>
          </p15:clr>
        </p15:guide>
        <p15:guide id="6" pos="5292">
          <p15:clr>
            <a:srgbClr val="E46962"/>
          </p15:clr>
        </p15:guide>
        <p15:guide id="7" orient="horz" pos="468">
          <p15:clr>
            <a:srgbClr val="E46962"/>
          </p15:clr>
        </p15:guide>
        <p15:guide id="8" orient="horz" pos="2772">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image">
  <p:cSld name="BLANK_1_1_1_1_1_1_1_1_1_1_1_1_1_1_2">
    <p:bg>
      <p:bgPr>
        <a:solidFill>
          <a:schemeClr val="dk1"/>
        </a:solidFill>
      </p:bgPr>
    </p:bg>
    <p:spTree>
      <p:nvGrpSpPr>
        <p:cNvPr id="122" name="Shape 122"/>
        <p:cNvGrpSpPr/>
        <p:nvPr/>
      </p:nvGrpSpPr>
      <p:grpSpPr>
        <a:xfrm>
          <a:off x="0" y="0"/>
          <a:ext cx="0" cy="0"/>
          <a:chOff x="0" y="0"/>
          <a:chExt cx="0" cy="0"/>
        </a:xfrm>
      </p:grpSpPr>
      <p:sp>
        <p:nvSpPr>
          <p:cNvPr id="123" name="Google Shape;123;p9"/>
          <p:cNvSpPr txBox="1"/>
          <p:nvPr>
            <p:ph idx="1" type="body"/>
          </p:nvPr>
        </p:nvSpPr>
        <p:spPr>
          <a:xfrm>
            <a:off x="37216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4" name="Google Shape;124;p9"/>
          <p:cNvSpPr/>
          <p:nvPr>
            <p:ph idx="2" type="pic"/>
          </p:nvPr>
        </p:nvSpPr>
        <p:spPr>
          <a:xfrm>
            <a:off x="0" y="0"/>
            <a:ext cx="2546700" cy="3583200"/>
          </a:xfrm>
          <a:prstGeom prst="rect">
            <a:avLst/>
          </a:prstGeom>
          <a:noFill/>
          <a:ln>
            <a:noFill/>
          </a:ln>
        </p:spPr>
      </p:sp>
      <p:sp>
        <p:nvSpPr>
          <p:cNvPr id="125" name="Google Shape;125;p9"/>
          <p:cNvSpPr/>
          <p:nvPr>
            <p:ph idx="3" type="pic"/>
          </p:nvPr>
        </p:nvSpPr>
        <p:spPr>
          <a:xfrm>
            <a:off x="280475" y="474638"/>
            <a:ext cx="2940900" cy="4668900"/>
          </a:xfrm>
          <a:prstGeom prst="rect">
            <a:avLst/>
          </a:prstGeom>
          <a:noFill/>
          <a:ln>
            <a:noFill/>
          </a:ln>
        </p:spPr>
      </p:sp>
      <p:sp>
        <p:nvSpPr>
          <p:cNvPr id="126" name="Google Shape;126;p9"/>
          <p:cNvSpPr/>
          <p:nvPr/>
        </p:nvSpPr>
        <p:spPr>
          <a:xfrm>
            <a:off x="3596536"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27" name="Google Shape;127;p9"/>
          <p:cNvSpPr txBox="1"/>
          <p:nvPr>
            <p:ph idx="4" type="body"/>
          </p:nvPr>
        </p:nvSpPr>
        <p:spPr>
          <a:xfrm>
            <a:off x="5511500" y="3126450"/>
            <a:ext cx="13848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8" name="Google Shape;128;p9"/>
          <p:cNvSpPr txBox="1"/>
          <p:nvPr>
            <p:ph idx="5" type="body"/>
          </p:nvPr>
        </p:nvSpPr>
        <p:spPr>
          <a:xfrm>
            <a:off x="7293076" y="3126450"/>
            <a:ext cx="14610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29" name="Google Shape;129;p9"/>
          <p:cNvSpPr txBox="1"/>
          <p:nvPr>
            <p:ph type="title"/>
          </p:nvPr>
        </p:nvSpPr>
        <p:spPr>
          <a:xfrm>
            <a:off x="3598725" y="1485838"/>
            <a:ext cx="4801500" cy="7515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solidFill>
                  <a:schemeClr val="lt2"/>
                </a:solidFill>
                <a:latin typeface="Space Grotesk"/>
                <a:ea typeface="Space Grotesk"/>
                <a:cs typeface="Space Grotesk"/>
                <a:sym typeface="Space Grotesk"/>
              </a:defRPr>
            </a:lvl1pPr>
            <a:lvl2pPr lvl="1">
              <a:spcBef>
                <a:spcPts val="0"/>
              </a:spcBef>
              <a:spcAft>
                <a:spcPts val="0"/>
              </a:spcAft>
              <a:buSzPts val="2800"/>
              <a:buNone/>
              <a:defRPr sz="1000">
                <a:solidFill>
                  <a:schemeClr val="lt2"/>
                </a:solidFill>
                <a:latin typeface="Space Grotesk"/>
                <a:ea typeface="Space Grotesk"/>
                <a:cs typeface="Space Grotesk"/>
                <a:sym typeface="Space Grotesk"/>
              </a:defRPr>
            </a:lvl2pPr>
            <a:lvl3pPr lvl="2">
              <a:spcBef>
                <a:spcPts val="0"/>
              </a:spcBef>
              <a:spcAft>
                <a:spcPts val="0"/>
              </a:spcAft>
              <a:buSzPts val="2800"/>
              <a:buNone/>
              <a:defRPr sz="1000">
                <a:solidFill>
                  <a:schemeClr val="lt2"/>
                </a:solidFill>
                <a:latin typeface="Space Grotesk"/>
                <a:ea typeface="Space Grotesk"/>
                <a:cs typeface="Space Grotesk"/>
                <a:sym typeface="Space Grotesk"/>
              </a:defRPr>
            </a:lvl3pPr>
            <a:lvl4pPr lvl="3">
              <a:spcBef>
                <a:spcPts val="0"/>
              </a:spcBef>
              <a:spcAft>
                <a:spcPts val="0"/>
              </a:spcAft>
              <a:buSzPts val="2800"/>
              <a:buNone/>
              <a:defRPr sz="1000">
                <a:solidFill>
                  <a:schemeClr val="lt2"/>
                </a:solidFill>
                <a:latin typeface="Space Grotesk"/>
                <a:ea typeface="Space Grotesk"/>
                <a:cs typeface="Space Grotesk"/>
                <a:sym typeface="Space Grotesk"/>
              </a:defRPr>
            </a:lvl4pPr>
            <a:lvl5pPr lvl="4">
              <a:spcBef>
                <a:spcPts val="0"/>
              </a:spcBef>
              <a:spcAft>
                <a:spcPts val="0"/>
              </a:spcAft>
              <a:buSzPts val="2800"/>
              <a:buNone/>
              <a:defRPr sz="1000">
                <a:solidFill>
                  <a:schemeClr val="lt2"/>
                </a:solidFill>
                <a:latin typeface="Space Grotesk"/>
                <a:ea typeface="Space Grotesk"/>
                <a:cs typeface="Space Grotesk"/>
                <a:sym typeface="Space Grotesk"/>
              </a:defRPr>
            </a:lvl5pPr>
            <a:lvl6pPr lvl="5">
              <a:spcBef>
                <a:spcPts val="0"/>
              </a:spcBef>
              <a:spcAft>
                <a:spcPts val="0"/>
              </a:spcAft>
              <a:buSzPts val="2800"/>
              <a:buNone/>
              <a:defRPr sz="1000">
                <a:solidFill>
                  <a:schemeClr val="lt2"/>
                </a:solidFill>
                <a:latin typeface="Space Grotesk"/>
                <a:ea typeface="Space Grotesk"/>
                <a:cs typeface="Space Grotesk"/>
                <a:sym typeface="Space Grotesk"/>
              </a:defRPr>
            </a:lvl6pPr>
            <a:lvl7pPr lvl="6">
              <a:spcBef>
                <a:spcPts val="0"/>
              </a:spcBef>
              <a:spcAft>
                <a:spcPts val="0"/>
              </a:spcAft>
              <a:buSzPts val="2800"/>
              <a:buNone/>
              <a:defRPr sz="1000">
                <a:solidFill>
                  <a:schemeClr val="lt2"/>
                </a:solidFill>
                <a:latin typeface="Space Grotesk"/>
                <a:ea typeface="Space Grotesk"/>
                <a:cs typeface="Space Grotesk"/>
                <a:sym typeface="Space Grotesk"/>
              </a:defRPr>
            </a:lvl7pPr>
            <a:lvl8pPr lvl="7">
              <a:spcBef>
                <a:spcPts val="0"/>
              </a:spcBef>
              <a:spcAft>
                <a:spcPts val="0"/>
              </a:spcAft>
              <a:buSzPts val="2800"/>
              <a:buNone/>
              <a:defRPr sz="1000">
                <a:solidFill>
                  <a:schemeClr val="lt2"/>
                </a:solidFill>
                <a:latin typeface="Space Grotesk"/>
                <a:ea typeface="Space Grotesk"/>
                <a:cs typeface="Space Grotesk"/>
                <a:sym typeface="Space Grotesk"/>
              </a:defRPr>
            </a:lvl8pPr>
            <a:lvl9pPr lvl="8">
              <a:spcBef>
                <a:spcPts val="0"/>
              </a:spcBef>
              <a:spcAft>
                <a:spcPts val="0"/>
              </a:spcAft>
              <a:buSzPts val="2800"/>
              <a:buNone/>
              <a:defRPr sz="1000">
                <a:solidFill>
                  <a:schemeClr val="lt2"/>
                </a:solidFill>
                <a:latin typeface="Space Grotesk"/>
                <a:ea typeface="Space Grotesk"/>
                <a:cs typeface="Space Grotesk"/>
                <a:sym typeface="Space Grotesk"/>
              </a:defRPr>
            </a:lvl9pPr>
          </a:lstStyle>
          <a:p/>
        </p:txBody>
      </p:sp>
      <p:sp>
        <p:nvSpPr>
          <p:cNvPr id="130" name="Google Shape;130;p9"/>
          <p:cNvSpPr txBox="1"/>
          <p:nvPr>
            <p:ph idx="6" type="subTitle"/>
          </p:nvPr>
        </p:nvSpPr>
        <p:spPr>
          <a:xfrm>
            <a:off x="37216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1" name="Google Shape;131;p9"/>
          <p:cNvSpPr txBox="1"/>
          <p:nvPr>
            <p:ph idx="7" type="subTitle"/>
          </p:nvPr>
        </p:nvSpPr>
        <p:spPr>
          <a:xfrm>
            <a:off x="5511500" y="2709275"/>
            <a:ext cx="15747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2" name="Google Shape;132;p9"/>
          <p:cNvSpPr txBox="1"/>
          <p:nvPr>
            <p:ph idx="8" type="subTitle"/>
          </p:nvPr>
        </p:nvSpPr>
        <p:spPr>
          <a:xfrm>
            <a:off x="7293076" y="2713624"/>
            <a:ext cx="15984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a:buNone/>
              <a:defRPr sz="1500">
                <a:solidFill>
                  <a:schemeClr val="lt2"/>
                </a:solidFill>
              </a:defRPr>
            </a:lvl1pPr>
            <a:lvl2pPr lvl="1">
              <a:lnSpc>
                <a:spcPct val="80000"/>
              </a:lnSpc>
              <a:spcBef>
                <a:spcPts val="0"/>
              </a:spcBef>
              <a:spcAft>
                <a:spcPts val="0"/>
              </a:spcAft>
              <a:buClr>
                <a:schemeClr val="lt2"/>
              </a:buClr>
              <a:buSzPts val="1500"/>
              <a:buFont typeface="Space Grotesk"/>
              <a:buNone/>
              <a:defRPr sz="1500">
                <a:solidFill>
                  <a:schemeClr val="lt2"/>
                </a:solidFill>
              </a:defRPr>
            </a:lvl2pPr>
            <a:lvl3pPr lvl="2">
              <a:lnSpc>
                <a:spcPct val="80000"/>
              </a:lnSpc>
              <a:spcBef>
                <a:spcPts val="0"/>
              </a:spcBef>
              <a:spcAft>
                <a:spcPts val="0"/>
              </a:spcAft>
              <a:buClr>
                <a:schemeClr val="lt2"/>
              </a:buClr>
              <a:buSzPts val="1500"/>
              <a:buFont typeface="Space Grotesk"/>
              <a:buNone/>
              <a:defRPr sz="1500">
                <a:solidFill>
                  <a:schemeClr val="lt2"/>
                </a:solidFill>
              </a:defRPr>
            </a:lvl3pPr>
            <a:lvl4pPr lvl="3">
              <a:lnSpc>
                <a:spcPct val="80000"/>
              </a:lnSpc>
              <a:spcBef>
                <a:spcPts val="0"/>
              </a:spcBef>
              <a:spcAft>
                <a:spcPts val="0"/>
              </a:spcAft>
              <a:buClr>
                <a:schemeClr val="lt2"/>
              </a:buClr>
              <a:buSzPts val="1500"/>
              <a:buFont typeface="Space Grotesk"/>
              <a:buNone/>
              <a:defRPr sz="1500">
                <a:solidFill>
                  <a:schemeClr val="lt2"/>
                </a:solidFill>
              </a:defRPr>
            </a:lvl4pPr>
            <a:lvl5pPr lvl="4">
              <a:lnSpc>
                <a:spcPct val="80000"/>
              </a:lnSpc>
              <a:spcBef>
                <a:spcPts val="0"/>
              </a:spcBef>
              <a:spcAft>
                <a:spcPts val="0"/>
              </a:spcAft>
              <a:buClr>
                <a:schemeClr val="lt2"/>
              </a:buClr>
              <a:buSzPts val="1500"/>
              <a:buFont typeface="Space Grotesk"/>
              <a:buNone/>
              <a:defRPr sz="1500">
                <a:solidFill>
                  <a:schemeClr val="lt2"/>
                </a:solidFill>
              </a:defRPr>
            </a:lvl5pPr>
            <a:lvl6pPr lvl="5">
              <a:lnSpc>
                <a:spcPct val="80000"/>
              </a:lnSpc>
              <a:spcBef>
                <a:spcPts val="0"/>
              </a:spcBef>
              <a:spcAft>
                <a:spcPts val="0"/>
              </a:spcAft>
              <a:buClr>
                <a:schemeClr val="lt2"/>
              </a:buClr>
              <a:buSzPts val="1500"/>
              <a:buFont typeface="Space Grotesk"/>
              <a:buNone/>
              <a:defRPr sz="1500">
                <a:solidFill>
                  <a:schemeClr val="lt2"/>
                </a:solidFill>
              </a:defRPr>
            </a:lvl6pPr>
            <a:lvl7pPr lvl="6">
              <a:lnSpc>
                <a:spcPct val="80000"/>
              </a:lnSpc>
              <a:spcBef>
                <a:spcPts val="0"/>
              </a:spcBef>
              <a:spcAft>
                <a:spcPts val="0"/>
              </a:spcAft>
              <a:buClr>
                <a:schemeClr val="lt2"/>
              </a:buClr>
              <a:buSzPts val="1500"/>
              <a:buFont typeface="Space Grotesk"/>
              <a:buNone/>
              <a:defRPr sz="1500">
                <a:solidFill>
                  <a:schemeClr val="lt2"/>
                </a:solidFill>
              </a:defRPr>
            </a:lvl7pPr>
            <a:lvl8pPr lvl="7">
              <a:lnSpc>
                <a:spcPct val="80000"/>
              </a:lnSpc>
              <a:spcBef>
                <a:spcPts val="0"/>
              </a:spcBef>
              <a:spcAft>
                <a:spcPts val="0"/>
              </a:spcAft>
              <a:buClr>
                <a:schemeClr val="lt2"/>
              </a:buClr>
              <a:buSzPts val="1500"/>
              <a:buFont typeface="Space Grotesk"/>
              <a:buNone/>
              <a:defRPr sz="1500">
                <a:solidFill>
                  <a:schemeClr val="lt2"/>
                </a:solidFill>
              </a:defRPr>
            </a:lvl8pPr>
            <a:lvl9pPr lvl="8">
              <a:lnSpc>
                <a:spcPct val="80000"/>
              </a:lnSpc>
              <a:spcBef>
                <a:spcPts val="0"/>
              </a:spcBef>
              <a:spcAft>
                <a:spcPts val="0"/>
              </a:spcAft>
              <a:buClr>
                <a:schemeClr val="lt2"/>
              </a:buClr>
              <a:buSzPts val="1500"/>
              <a:buFont typeface="Space Grotesk"/>
              <a:buNone/>
              <a:defRPr sz="1500">
                <a:solidFill>
                  <a:schemeClr val="lt2"/>
                </a:solidFill>
              </a:defRPr>
            </a:lvl9pPr>
          </a:lstStyle>
          <a:p/>
        </p:txBody>
      </p:sp>
      <p:sp>
        <p:nvSpPr>
          <p:cNvPr id="133" name="Google Shape;133;p9"/>
          <p:cNvSpPr txBox="1"/>
          <p:nvPr>
            <p:ph idx="9" type="title"/>
          </p:nvPr>
        </p:nvSpPr>
        <p:spPr>
          <a:xfrm>
            <a:off x="3596525"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34" name="Google Shape;134;p9"/>
          <p:cNvGrpSpPr/>
          <p:nvPr/>
        </p:nvGrpSpPr>
        <p:grpSpPr>
          <a:xfrm>
            <a:off x="4430888" y="323039"/>
            <a:ext cx="149937" cy="118964"/>
            <a:chOff x="2601950" y="1974675"/>
            <a:chExt cx="2474200" cy="1963100"/>
          </a:xfrm>
        </p:grpSpPr>
        <p:sp>
          <p:nvSpPr>
            <p:cNvPr id="135" name="Google Shape;135;p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6" name="Google Shape;136;p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7" name="Google Shape;137;p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8" name="Google Shape;138;p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39" name="Google Shape;139;p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0" name="Google Shape;140;p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1" name="Google Shape;141;p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42" name="Google Shape;142;p9"/>
          <p:cNvGrpSpPr/>
          <p:nvPr/>
        </p:nvGrpSpPr>
        <p:grpSpPr>
          <a:xfrm>
            <a:off x="3680513" y="323039"/>
            <a:ext cx="149937" cy="118964"/>
            <a:chOff x="2601950" y="1974675"/>
            <a:chExt cx="2474200" cy="1963100"/>
          </a:xfrm>
        </p:grpSpPr>
        <p:sp>
          <p:nvSpPr>
            <p:cNvPr id="143" name="Google Shape;143;p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4" name="Google Shape;144;p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5" name="Google Shape;145;p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6" name="Google Shape;146;p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7" name="Google Shape;147;p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8" name="Google Shape;148;p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49" name="Google Shape;149;p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50" name="Google Shape;150;p9"/>
          <p:cNvGrpSpPr/>
          <p:nvPr/>
        </p:nvGrpSpPr>
        <p:grpSpPr>
          <a:xfrm>
            <a:off x="4062602" y="323039"/>
            <a:ext cx="149940" cy="118971"/>
            <a:chOff x="4062602" y="323039"/>
            <a:chExt cx="149940" cy="118971"/>
          </a:xfrm>
        </p:grpSpPr>
        <p:sp>
          <p:nvSpPr>
            <p:cNvPr id="151" name="Google Shape;151;p9"/>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52" name="Google Shape;152;p9"/>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53" name="Google Shape;153;p9"/>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2">
  <p:cSld name="BLANK_1_1_1_1_1_1_1_1_1_1_1_1_1_1_2_2">
    <p:bg>
      <p:bgPr>
        <a:solidFill>
          <a:schemeClr val="accent4"/>
        </a:solidFill>
      </p:bgPr>
    </p:bg>
    <p:spTree>
      <p:nvGrpSpPr>
        <p:cNvPr id="154" name="Shape 154"/>
        <p:cNvGrpSpPr/>
        <p:nvPr/>
      </p:nvGrpSpPr>
      <p:grpSpPr>
        <a:xfrm>
          <a:off x="0" y="0"/>
          <a:ext cx="0" cy="0"/>
          <a:chOff x="0" y="0"/>
          <a:chExt cx="0" cy="0"/>
        </a:xfrm>
      </p:grpSpPr>
      <p:sp>
        <p:nvSpPr>
          <p:cNvPr id="155" name="Google Shape;155;p10"/>
          <p:cNvSpPr txBox="1"/>
          <p:nvPr>
            <p:ph type="title"/>
          </p:nvPr>
        </p:nvSpPr>
        <p:spPr>
          <a:xfrm>
            <a:off x="245425" y="1563575"/>
            <a:ext cx="3155400" cy="948300"/>
          </a:xfrm>
          <a:prstGeom prst="rect">
            <a:avLst/>
          </a:prstGeom>
        </p:spPr>
        <p:txBody>
          <a:bodyPr anchorCtr="0" anchor="t" bIns="0" lIns="0" spcFirstLastPara="1" rIns="0" wrap="square" tIns="0">
            <a:no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156" name="Google Shape;156;p10"/>
          <p:cNvSpPr txBox="1"/>
          <p:nvPr>
            <p:ph idx="1" type="subTitle"/>
          </p:nvPr>
        </p:nvSpPr>
        <p:spPr>
          <a:xfrm>
            <a:off x="364813"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7" name="Google Shape;157;p10"/>
          <p:cNvSpPr txBox="1"/>
          <p:nvPr>
            <p:ph idx="2" type="subTitle"/>
          </p:nvPr>
        </p:nvSpPr>
        <p:spPr>
          <a:xfrm>
            <a:off x="3320475" y="2715814"/>
            <a:ext cx="15279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8" name="Google Shape;158;p10"/>
          <p:cNvSpPr txBox="1"/>
          <p:nvPr>
            <p:ph idx="3" type="subTitle"/>
          </p:nvPr>
        </p:nvSpPr>
        <p:spPr>
          <a:xfrm>
            <a:off x="6273125" y="2715820"/>
            <a:ext cx="1548300" cy="242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1pPr>
            <a:lvl2pPr lvl="1">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8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
        <p:nvSpPr>
          <p:cNvPr id="159" name="Google Shape;159;p10"/>
          <p:cNvSpPr/>
          <p:nvPr/>
        </p:nvSpPr>
        <p:spPr>
          <a:xfrm>
            <a:off x="252611" y="253823"/>
            <a:ext cx="1082100" cy="3429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0" name="Google Shape;160;p10"/>
          <p:cNvSpPr txBox="1"/>
          <p:nvPr>
            <p:ph idx="4" type="title"/>
          </p:nvPr>
        </p:nvSpPr>
        <p:spPr>
          <a:xfrm>
            <a:off x="252600" y="522925"/>
            <a:ext cx="5295000" cy="8367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3500">
                <a:highlight>
                  <a:schemeClr val="accent5"/>
                </a:highlight>
                <a:latin typeface="Space Grotesk"/>
                <a:ea typeface="Space Grotesk"/>
                <a:cs typeface="Space Grotesk"/>
                <a:sym typeface="Space Grotesk"/>
              </a:defRPr>
            </a:lvl1pPr>
            <a:lvl2pPr lvl="1">
              <a:lnSpc>
                <a:spcPct val="115000"/>
              </a:lnSpc>
              <a:spcBef>
                <a:spcPts val="0"/>
              </a:spcBef>
              <a:spcAft>
                <a:spcPts val="0"/>
              </a:spcAft>
              <a:buSzPts val="2800"/>
              <a:buNone/>
              <a:defRPr sz="3900">
                <a:highlight>
                  <a:schemeClr val="accent5"/>
                </a:highlight>
              </a:defRPr>
            </a:lvl2pPr>
            <a:lvl3pPr lvl="2">
              <a:lnSpc>
                <a:spcPct val="115000"/>
              </a:lnSpc>
              <a:spcBef>
                <a:spcPts val="0"/>
              </a:spcBef>
              <a:spcAft>
                <a:spcPts val="0"/>
              </a:spcAft>
              <a:buSzPts val="2800"/>
              <a:buNone/>
              <a:defRPr sz="3900">
                <a:highlight>
                  <a:schemeClr val="accent5"/>
                </a:highlight>
              </a:defRPr>
            </a:lvl3pPr>
            <a:lvl4pPr lvl="3">
              <a:lnSpc>
                <a:spcPct val="115000"/>
              </a:lnSpc>
              <a:spcBef>
                <a:spcPts val="0"/>
              </a:spcBef>
              <a:spcAft>
                <a:spcPts val="0"/>
              </a:spcAft>
              <a:buSzPts val="2800"/>
              <a:buNone/>
              <a:defRPr sz="3900">
                <a:highlight>
                  <a:schemeClr val="accent5"/>
                </a:highlight>
              </a:defRPr>
            </a:lvl4pPr>
            <a:lvl5pPr lvl="4">
              <a:lnSpc>
                <a:spcPct val="115000"/>
              </a:lnSpc>
              <a:spcBef>
                <a:spcPts val="0"/>
              </a:spcBef>
              <a:spcAft>
                <a:spcPts val="0"/>
              </a:spcAft>
              <a:buSzPts val="2800"/>
              <a:buNone/>
              <a:defRPr sz="3900">
                <a:highlight>
                  <a:schemeClr val="accent5"/>
                </a:highlight>
              </a:defRPr>
            </a:lvl5pPr>
            <a:lvl6pPr lvl="5">
              <a:lnSpc>
                <a:spcPct val="115000"/>
              </a:lnSpc>
              <a:spcBef>
                <a:spcPts val="0"/>
              </a:spcBef>
              <a:spcAft>
                <a:spcPts val="0"/>
              </a:spcAft>
              <a:buSzPts val="2800"/>
              <a:buNone/>
              <a:defRPr sz="3900">
                <a:highlight>
                  <a:schemeClr val="accent5"/>
                </a:highlight>
              </a:defRPr>
            </a:lvl6pPr>
            <a:lvl7pPr lvl="6">
              <a:lnSpc>
                <a:spcPct val="115000"/>
              </a:lnSpc>
              <a:spcBef>
                <a:spcPts val="0"/>
              </a:spcBef>
              <a:spcAft>
                <a:spcPts val="0"/>
              </a:spcAft>
              <a:buSzPts val="2800"/>
              <a:buNone/>
              <a:defRPr sz="3900">
                <a:highlight>
                  <a:schemeClr val="accent5"/>
                </a:highlight>
              </a:defRPr>
            </a:lvl7pPr>
            <a:lvl8pPr lvl="7">
              <a:lnSpc>
                <a:spcPct val="115000"/>
              </a:lnSpc>
              <a:spcBef>
                <a:spcPts val="0"/>
              </a:spcBef>
              <a:spcAft>
                <a:spcPts val="0"/>
              </a:spcAft>
              <a:buSzPts val="2800"/>
              <a:buNone/>
              <a:defRPr sz="3900">
                <a:highlight>
                  <a:schemeClr val="accent5"/>
                </a:highlight>
              </a:defRPr>
            </a:lvl8pPr>
            <a:lvl9pPr lvl="8">
              <a:lnSpc>
                <a:spcPct val="115000"/>
              </a:lnSpc>
              <a:spcBef>
                <a:spcPts val="0"/>
              </a:spcBef>
              <a:spcAft>
                <a:spcPts val="0"/>
              </a:spcAft>
              <a:buSzPts val="2800"/>
              <a:buNone/>
              <a:defRPr sz="3900">
                <a:highlight>
                  <a:schemeClr val="accent5"/>
                </a:highlight>
              </a:defRPr>
            </a:lvl9pPr>
          </a:lstStyle>
          <a:p/>
        </p:txBody>
      </p:sp>
      <p:grpSp>
        <p:nvGrpSpPr>
          <p:cNvPr id="161" name="Google Shape;161;p10"/>
          <p:cNvGrpSpPr/>
          <p:nvPr/>
        </p:nvGrpSpPr>
        <p:grpSpPr>
          <a:xfrm>
            <a:off x="1093863" y="323039"/>
            <a:ext cx="149937" cy="118964"/>
            <a:chOff x="2601950" y="1974675"/>
            <a:chExt cx="2474200" cy="1963100"/>
          </a:xfrm>
        </p:grpSpPr>
        <p:sp>
          <p:nvSpPr>
            <p:cNvPr id="162" name="Google Shape;162;p10"/>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3" name="Google Shape;163;p10"/>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4" name="Google Shape;164;p10"/>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5" name="Google Shape;165;p10"/>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6" name="Google Shape;166;p10"/>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7" name="Google Shape;167;p10"/>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68" name="Google Shape;168;p10"/>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69" name="Google Shape;169;p10"/>
          <p:cNvGrpSpPr/>
          <p:nvPr/>
        </p:nvGrpSpPr>
        <p:grpSpPr>
          <a:xfrm>
            <a:off x="343488" y="323039"/>
            <a:ext cx="149937" cy="118964"/>
            <a:chOff x="2601950" y="1974675"/>
            <a:chExt cx="2474200" cy="1963100"/>
          </a:xfrm>
        </p:grpSpPr>
        <p:sp>
          <p:nvSpPr>
            <p:cNvPr id="170" name="Google Shape;170;p10"/>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1" name="Google Shape;171;p10"/>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2" name="Google Shape;172;p10"/>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3" name="Google Shape;173;p10"/>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4" name="Google Shape;174;p10"/>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5" name="Google Shape;175;p10"/>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6" name="Google Shape;176;p10"/>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177" name="Google Shape;177;p10"/>
          <p:cNvGrpSpPr/>
          <p:nvPr/>
        </p:nvGrpSpPr>
        <p:grpSpPr>
          <a:xfrm>
            <a:off x="725577" y="323039"/>
            <a:ext cx="149940" cy="118971"/>
            <a:chOff x="4062602" y="323039"/>
            <a:chExt cx="149940" cy="118971"/>
          </a:xfrm>
        </p:grpSpPr>
        <p:sp>
          <p:nvSpPr>
            <p:cNvPr id="178" name="Google Shape;178;p10"/>
            <p:cNvSpPr/>
            <p:nvPr/>
          </p:nvSpPr>
          <p:spPr>
            <a:xfrm>
              <a:off x="4062602"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79" name="Google Shape;179;p10"/>
            <p:cNvSpPr/>
            <p:nvPr/>
          </p:nvSpPr>
          <p:spPr>
            <a:xfrm>
              <a:off x="4174877" y="323039"/>
              <a:ext cx="37661" cy="37661"/>
            </a:xfrm>
            <a:custGeom>
              <a:rect b="b" l="l" r="r" t="t"/>
              <a:pathLst>
                <a:path extrusionOk="0" h="24859" w="24859">
                  <a:moveTo>
                    <a:pt x="0" y="1"/>
                  </a:moveTo>
                  <a:lnTo>
                    <a:pt x="0" y="24859"/>
                  </a:lnTo>
                  <a:lnTo>
                    <a:pt x="24858" y="24859"/>
                  </a:lnTo>
                  <a:lnTo>
                    <a:pt x="24858"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180" name="Google Shape;180;p10"/>
            <p:cNvSpPr/>
            <p:nvPr/>
          </p:nvSpPr>
          <p:spPr>
            <a:xfrm>
              <a:off x="4062605" y="404350"/>
              <a:ext cx="149937" cy="37660"/>
            </a:xfrm>
            <a:custGeom>
              <a:rect b="b" l="l" r="r" t="t"/>
              <a:pathLst>
                <a:path extrusionOk="0" h="24858" w="70393">
                  <a:moveTo>
                    <a:pt x="0" y="0"/>
                  </a:moveTo>
                  <a:lnTo>
                    <a:pt x="0" y="24858"/>
                  </a:lnTo>
                  <a:lnTo>
                    <a:pt x="70392" y="24858"/>
                  </a:lnTo>
                  <a:lnTo>
                    <a:pt x="7039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
        <p:nvSpPr>
          <p:cNvPr id="181" name="Google Shape;181;p10"/>
          <p:cNvSpPr txBox="1"/>
          <p:nvPr>
            <p:ph idx="5" type="body"/>
          </p:nvPr>
        </p:nvSpPr>
        <p:spPr>
          <a:xfrm>
            <a:off x="364813"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82" name="Google Shape;182;p10"/>
          <p:cNvSpPr txBox="1"/>
          <p:nvPr>
            <p:ph idx="6" type="body"/>
          </p:nvPr>
        </p:nvSpPr>
        <p:spPr>
          <a:xfrm>
            <a:off x="3320475" y="3126450"/>
            <a:ext cx="24717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
        <p:nvSpPr>
          <p:cNvPr id="183" name="Google Shape;183;p10"/>
          <p:cNvSpPr txBox="1"/>
          <p:nvPr>
            <p:ph idx="7" type="body"/>
          </p:nvPr>
        </p:nvSpPr>
        <p:spPr>
          <a:xfrm>
            <a:off x="6273125" y="3126453"/>
            <a:ext cx="2443500" cy="16281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a:buChar char="●"/>
              <a:defRPr sz="1000"/>
            </a:lvl1pPr>
            <a:lvl2pPr indent="-292100" lvl="1" marL="914400">
              <a:spcBef>
                <a:spcPts val="800"/>
              </a:spcBef>
              <a:spcAft>
                <a:spcPts val="0"/>
              </a:spcAft>
              <a:buSzPts val="1000"/>
              <a:buFont typeface="Space Grotesk"/>
              <a:buChar char="○"/>
              <a:defRPr sz="1000"/>
            </a:lvl2pPr>
            <a:lvl3pPr indent="-292100" lvl="2" marL="1371600">
              <a:spcBef>
                <a:spcPts val="800"/>
              </a:spcBef>
              <a:spcAft>
                <a:spcPts val="0"/>
              </a:spcAft>
              <a:buSzPts val="1000"/>
              <a:buFont typeface="Space Grotesk"/>
              <a:buChar char="■"/>
              <a:defRPr sz="1000"/>
            </a:lvl3pPr>
            <a:lvl4pPr indent="-292100" lvl="3" marL="1828800">
              <a:spcBef>
                <a:spcPts val="800"/>
              </a:spcBef>
              <a:spcAft>
                <a:spcPts val="0"/>
              </a:spcAft>
              <a:buSzPts val="1000"/>
              <a:buFont typeface="Space Grotesk"/>
              <a:buChar char="●"/>
              <a:defRPr sz="1000"/>
            </a:lvl4pPr>
            <a:lvl5pPr indent="-292100" lvl="4" marL="2286000">
              <a:spcBef>
                <a:spcPts val="800"/>
              </a:spcBef>
              <a:spcAft>
                <a:spcPts val="0"/>
              </a:spcAft>
              <a:buSzPts val="1000"/>
              <a:buFont typeface="Space Grotesk"/>
              <a:buChar char="○"/>
              <a:defRPr sz="1000"/>
            </a:lvl5pPr>
            <a:lvl6pPr indent="-292100" lvl="5" marL="2743200">
              <a:spcBef>
                <a:spcPts val="800"/>
              </a:spcBef>
              <a:spcAft>
                <a:spcPts val="0"/>
              </a:spcAft>
              <a:buSzPts val="1000"/>
              <a:buFont typeface="Space Grotesk"/>
              <a:buChar char="■"/>
              <a:defRPr sz="1000"/>
            </a:lvl6pPr>
            <a:lvl7pPr indent="-292100" lvl="6" marL="3200400">
              <a:spcBef>
                <a:spcPts val="800"/>
              </a:spcBef>
              <a:spcAft>
                <a:spcPts val="0"/>
              </a:spcAft>
              <a:buSzPts val="1000"/>
              <a:buFont typeface="Space Grotesk"/>
              <a:buChar char="●"/>
              <a:defRPr sz="1000"/>
            </a:lvl7pPr>
            <a:lvl8pPr indent="-292100" lvl="7" marL="3657600">
              <a:spcBef>
                <a:spcPts val="800"/>
              </a:spcBef>
              <a:spcAft>
                <a:spcPts val="0"/>
              </a:spcAft>
              <a:buSzPts val="1000"/>
              <a:buFont typeface="Space Grotesk"/>
              <a:buChar char="○"/>
              <a:defRPr sz="1000"/>
            </a:lvl8pPr>
            <a:lvl9pPr indent="-292100" lvl="8" marL="4114800">
              <a:spcBef>
                <a:spcPts val="800"/>
              </a:spcBef>
              <a:spcAft>
                <a:spcPts val="800"/>
              </a:spcAft>
              <a:buSzPts val="1000"/>
              <a:buFont typeface="Space Grotesk"/>
              <a:buChar char="■"/>
              <a:defRPr sz="10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
  <p:cSld name="BLANK_1_1_1_1_1_1_1_1_1_1_1_1_1_1">
    <p:bg>
      <p:bgPr>
        <a:solidFill>
          <a:schemeClr val="dk1"/>
        </a:solidFill>
      </p:bgPr>
    </p:bg>
    <p:spTree>
      <p:nvGrpSpPr>
        <p:cNvPr id="184" name="Shape 184"/>
        <p:cNvGrpSpPr/>
        <p:nvPr/>
      </p:nvGrpSpPr>
      <p:grpSpPr>
        <a:xfrm>
          <a:off x="0" y="0"/>
          <a:ext cx="0" cy="0"/>
          <a:chOff x="0" y="0"/>
          <a:chExt cx="0" cy="0"/>
        </a:xfrm>
      </p:grpSpPr>
      <p:sp>
        <p:nvSpPr>
          <p:cNvPr id="185" name="Google Shape;185;p11"/>
          <p:cNvSpPr txBox="1"/>
          <p:nvPr>
            <p:ph type="title"/>
          </p:nvPr>
        </p:nvSpPr>
        <p:spPr>
          <a:xfrm>
            <a:off x="221375" y="223900"/>
            <a:ext cx="6668100" cy="466800"/>
          </a:xfrm>
          <a:prstGeom prst="rect">
            <a:avLst/>
          </a:prstGeom>
        </p:spPr>
        <p:txBody>
          <a:bodyPr anchorCtr="0" anchor="t" bIns="0" lIns="0" spcFirstLastPara="1" rIns="0" wrap="square" tIns="0">
            <a:normAutofit/>
          </a:bodyPr>
          <a:lstStyle>
            <a:lvl1pPr lvl="0">
              <a:lnSpc>
                <a:spcPct val="80000"/>
              </a:lnSpc>
              <a:spcBef>
                <a:spcPts val="0"/>
              </a:spcBef>
              <a:spcAft>
                <a:spcPts val="0"/>
              </a:spcAft>
              <a:buClr>
                <a:schemeClr val="lt2"/>
              </a:buClr>
              <a:buSzPts val="3500"/>
              <a:buFont typeface="Space Grotesk"/>
              <a:buNone/>
              <a:defRPr sz="3500">
                <a:solidFill>
                  <a:schemeClr val="lt2"/>
                </a:solidFill>
                <a:latin typeface="Space Grotesk"/>
                <a:ea typeface="Space Grotesk"/>
                <a:cs typeface="Space Grotesk"/>
                <a:sym typeface="Space Grotesk"/>
              </a:defRPr>
            </a:lvl1pPr>
            <a:lvl2pPr lvl="1">
              <a:lnSpc>
                <a:spcPct val="80000"/>
              </a:lnSpc>
              <a:spcBef>
                <a:spcPts val="0"/>
              </a:spcBef>
              <a:spcAft>
                <a:spcPts val="0"/>
              </a:spcAft>
              <a:buClr>
                <a:schemeClr val="lt2"/>
              </a:buClr>
              <a:buSzPts val="3900"/>
              <a:buNone/>
              <a:defRPr sz="3900">
                <a:solidFill>
                  <a:schemeClr val="lt2"/>
                </a:solidFill>
              </a:defRPr>
            </a:lvl2pPr>
            <a:lvl3pPr lvl="2">
              <a:lnSpc>
                <a:spcPct val="80000"/>
              </a:lnSpc>
              <a:spcBef>
                <a:spcPts val="0"/>
              </a:spcBef>
              <a:spcAft>
                <a:spcPts val="0"/>
              </a:spcAft>
              <a:buClr>
                <a:schemeClr val="lt2"/>
              </a:buClr>
              <a:buSzPts val="3900"/>
              <a:buNone/>
              <a:defRPr sz="3900">
                <a:solidFill>
                  <a:schemeClr val="lt2"/>
                </a:solidFill>
              </a:defRPr>
            </a:lvl3pPr>
            <a:lvl4pPr lvl="3">
              <a:lnSpc>
                <a:spcPct val="80000"/>
              </a:lnSpc>
              <a:spcBef>
                <a:spcPts val="0"/>
              </a:spcBef>
              <a:spcAft>
                <a:spcPts val="0"/>
              </a:spcAft>
              <a:buClr>
                <a:schemeClr val="lt2"/>
              </a:buClr>
              <a:buSzPts val="3900"/>
              <a:buNone/>
              <a:defRPr sz="3900">
                <a:solidFill>
                  <a:schemeClr val="lt2"/>
                </a:solidFill>
              </a:defRPr>
            </a:lvl4pPr>
            <a:lvl5pPr lvl="4">
              <a:lnSpc>
                <a:spcPct val="80000"/>
              </a:lnSpc>
              <a:spcBef>
                <a:spcPts val="0"/>
              </a:spcBef>
              <a:spcAft>
                <a:spcPts val="0"/>
              </a:spcAft>
              <a:buClr>
                <a:schemeClr val="lt2"/>
              </a:buClr>
              <a:buSzPts val="3900"/>
              <a:buNone/>
              <a:defRPr sz="3900">
                <a:solidFill>
                  <a:schemeClr val="lt2"/>
                </a:solidFill>
              </a:defRPr>
            </a:lvl5pPr>
            <a:lvl6pPr lvl="5">
              <a:lnSpc>
                <a:spcPct val="80000"/>
              </a:lnSpc>
              <a:spcBef>
                <a:spcPts val="0"/>
              </a:spcBef>
              <a:spcAft>
                <a:spcPts val="0"/>
              </a:spcAft>
              <a:buClr>
                <a:schemeClr val="lt2"/>
              </a:buClr>
              <a:buSzPts val="3900"/>
              <a:buNone/>
              <a:defRPr sz="3900">
                <a:solidFill>
                  <a:schemeClr val="lt2"/>
                </a:solidFill>
              </a:defRPr>
            </a:lvl6pPr>
            <a:lvl7pPr lvl="6">
              <a:lnSpc>
                <a:spcPct val="80000"/>
              </a:lnSpc>
              <a:spcBef>
                <a:spcPts val="0"/>
              </a:spcBef>
              <a:spcAft>
                <a:spcPts val="0"/>
              </a:spcAft>
              <a:buClr>
                <a:schemeClr val="lt2"/>
              </a:buClr>
              <a:buSzPts val="3900"/>
              <a:buNone/>
              <a:defRPr sz="3900">
                <a:solidFill>
                  <a:schemeClr val="lt2"/>
                </a:solidFill>
              </a:defRPr>
            </a:lvl7pPr>
            <a:lvl8pPr lvl="7">
              <a:lnSpc>
                <a:spcPct val="80000"/>
              </a:lnSpc>
              <a:spcBef>
                <a:spcPts val="0"/>
              </a:spcBef>
              <a:spcAft>
                <a:spcPts val="0"/>
              </a:spcAft>
              <a:buClr>
                <a:schemeClr val="lt2"/>
              </a:buClr>
              <a:buSzPts val="3900"/>
              <a:buNone/>
              <a:defRPr sz="3900">
                <a:solidFill>
                  <a:schemeClr val="lt2"/>
                </a:solidFill>
              </a:defRPr>
            </a:lvl8pPr>
            <a:lvl9pPr lvl="8">
              <a:lnSpc>
                <a:spcPct val="80000"/>
              </a:lnSpc>
              <a:spcBef>
                <a:spcPts val="0"/>
              </a:spcBef>
              <a:spcAft>
                <a:spcPts val="0"/>
              </a:spcAft>
              <a:buClr>
                <a:schemeClr val="lt2"/>
              </a:buClr>
              <a:buSzPts val="3900"/>
              <a:buNone/>
              <a:defRPr sz="3900">
                <a:solidFill>
                  <a:schemeClr val="lt2"/>
                </a:solidFill>
              </a:defRPr>
            </a:lvl9pPr>
          </a:lstStyle>
          <a:p/>
        </p:txBody>
      </p:sp>
      <p:sp>
        <p:nvSpPr>
          <p:cNvPr id="186" name="Google Shape;186;p11"/>
          <p:cNvSpPr txBox="1"/>
          <p:nvPr>
            <p:ph idx="1" type="body"/>
          </p:nvPr>
        </p:nvSpPr>
        <p:spPr>
          <a:xfrm>
            <a:off x="6197276"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87" name="Google Shape;187;p11"/>
          <p:cNvSpPr txBox="1"/>
          <p:nvPr>
            <p:ph idx="2" type="subTitle"/>
          </p:nvPr>
        </p:nvSpPr>
        <p:spPr>
          <a:xfrm>
            <a:off x="3311200" y="1593874"/>
            <a:ext cx="20577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188" name="Google Shape;188;p11"/>
          <p:cNvSpPr txBox="1"/>
          <p:nvPr>
            <p:ph idx="3" type="subTitle"/>
          </p:nvPr>
        </p:nvSpPr>
        <p:spPr>
          <a:xfrm>
            <a:off x="6294303" y="1593874"/>
            <a:ext cx="2034600" cy="2346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9pPr>
          </a:lstStyle>
          <a:p/>
        </p:txBody>
      </p:sp>
      <p:sp>
        <p:nvSpPr>
          <p:cNvPr id="189" name="Google Shape;189;p11"/>
          <p:cNvSpPr txBox="1"/>
          <p:nvPr>
            <p:ph idx="4"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190" name="Google Shape;190;p11"/>
          <p:cNvSpPr txBox="1"/>
          <p:nvPr>
            <p:ph idx="5" type="body"/>
          </p:nvPr>
        </p:nvSpPr>
        <p:spPr>
          <a:xfrm>
            <a:off x="3224231" y="2370325"/>
            <a:ext cx="2416800" cy="2520600"/>
          </a:xfrm>
          <a:prstGeom prst="rect">
            <a:avLst/>
          </a:prstGeom>
        </p:spPr>
        <p:txBody>
          <a:bodyPr anchorCtr="0" anchor="t" bIns="0" lIns="0" spcFirstLastPara="1" rIns="0" wrap="square" tIns="0">
            <a:noAutofit/>
          </a:bodyPr>
          <a:lstStyle>
            <a:lvl1pPr indent="-292100" lvl="0" marL="457200">
              <a:spcBef>
                <a:spcPts val="0"/>
              </a:spcBef>
              <a:spcAft>
                <a:spcPts val="0"/>
              </a:spcAft>
              <a:buSzPts val="1000"/>
              <a:buFont typeface="Space Grotesk Medium"/>
              <a:buChar char="●"/>
              <a:defRPr sz="1000">
                <a:latin typeface="Space Grotesk Medium"/>
                <a:ea typeface="Space Grotesk Medium"/>
                <a:cs typeface="Space Grotesk Medium"/>
                <a:sym typeface="Space Grotesk Medium"/>
              </a:defRPr>
            </a:lvl1pPr>
            <a:lvl2pPr indent="-292100" lvl="1" marL="914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2pPr>
            <a:lvl3pPr indent="-292100" lvl="2" marL="1371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3pPr>
            <a:lvl4pPr indent="-292100" lvl="3" marL="18288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4pPr>
            <a:lvl5pPr indent="-292100" lvl="4" marL="22860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5pPr>
            <a:lvl6pPr indent="-292100" lvl="5" marL="27432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6pPr>
            <a:lvl7pPr indent="-292100" lvl="6" marL="32004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7pPr>
            <a:lvl8pPr indent="-292100" lvl="7" marL="3657600">
              <a:spcBef>
                <a:spcPts val="800"/>
              </a:spcBef>
              <a:spcAft>
                <a:spcPts val="0"/>
              </a:spcAft>
              <a:buSzPts val="1000"/>
              <a:buFont typeface="Space Grotesk Medium"/>
              <a:buChar char="○"/>
              <a:defRPr sz="1000">
                <a:latin typeface="Space Grotesk Medium"/>
                <a:ea typeface="Space Grotesk Medium"/>
                <a:cs typeface="Space Grotesk Medium"/>
                <a:sym typeface="Space Grotesk Medium"/>
              </a:defRPr>
            </a:lvl8pPr>
            <a:lvl9pPr indent="-292100" lvl="8" marL="4114800">
              <a:spcBef>
                <a:spcPts val="800"/>
              </a:spcBef>
              <a:spcAft>
                <a:spcPts val="800"/>
              </a:spcAft>
              <a:buSzPts val="1000"/>
              <a:buFont typeface="Space Grotesk Medium"/>
              <a:buChar char="■"/>
              <a:defRPr sz="1000">
                <a:latin typeface="Space Grotesk Medium"/>
                <a:ea typeface="Space Grotesk Medium"/>
                <a:cs typeface="Space Grotesk Medium"/>
                <a:sym typeface="Space Grotesk Medium"/>
              </a:defRPr>
            </a:lvl9pPr>
          </a:lstStyle>
          <a:p/>
        </p:txBody>
      </p:sp>
      <p:sp>
        <p:nvSpPr>
          <p:cNvPr id="191" name="Google Shape;191;p11"/>
          <p:cNvSpPr txBox="1"/>
          <p:nvPr>
            <p:ph idx="6" type="body"/>
          </p:nvPr>
        </p:nvSpPr>
        <p:spPr>
          <a:xfrm>
            <a:off x="252600" y="2370325"/>
            <a:ext cx="2187000" cy="646200"/>
          </a:xfrm>
          <a:prstGeom prst="rect">
            <a:avLst/>
          </a:prstGeom>
        </p:spPr>
        <p:txBody>
          <a:bodyPr anchorCtr="0" anchor="t" bIns="90000" lIns="0" spcFirstLastPara="1" rIns="0" wrap="square" tIns="0">
            <a:noAutofit/>
          </a:bodyPr>
          <a:lstStyle>
            <a:lvl1pPr indent="-323850" lvl="0" marL="457200">
              <a:lnSpc>
                <a:spcPct val="100000"/>
              </a:lnSpc>
              <a:spcBef>
                <a:spcPts val="0"/>
              </a:spcBef>
              <a:spcAft>
                <a:spcPts val="0"/>
              </a:spcAft>
              <a:buSzPts val="1500"/>
              <a:buFont typeface="Space Grotesk Medium"/>
              <a:buChar char="●"/>
              <a:defRPr sz="1500">
                <a:latin typeface="Space Grotesk Medium"/>
                <a:ea typeface="Space Grotesk Medium"/>
                <a:cs typeface="Space Grotesk Medium"/>
                <a:sym typeface="Space Grotesk Medium"/>
              </a:defRPr>
            </a:lvl1pPr>
            <a:lvl2pPr indent="-323850" lvl="1" marL="914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2pPr>
            <a:lvl3pPr indent="-323850" lvl="2" marL="1371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3pPr>
            <a:lvl4pPr indent="-323850" lvl="3" marL="18288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4pPr>
            <a:lvl5pPr indent="-323850" lvl="4" marL="22860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5pPr>
            <a:lvl6pPr indent="-323850" lvl="5" marL="27432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6pPr>
            <a:lvl7pPr indent="-323850" lvl="6" marL="32004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7pPr>
            <a:lvl8pPr indent="-323850" lvl="7" marL="3657600">
              <a:spcBef>
                <a:spcPts val="800"/>
              </a:spcBef>
              <a:spcAft>
                <a:spcPts val="0"/>
              </a:spcAft>
              <a:buSzPts val="1500"/>
              <a:buFont typeface="Space Grotesk Medium"/>
              <a:buChar char="○"/>
              <a:defRPr sz="1500">
                <a:latin typeface="Space Grotesk Medium"/>
                <a:ea typeface="Space Grotesk Medium"/>
                <a:cs typeface="Space Grotesk Medium"/>
                <a:sym typeface="Space Grotesk Medium"/>
              </a:defRPr>
            </a:lvl8pPr>
            <a:lvl9pPr indent="-323850" lvl="8" marL="4114800">
              <a:spcBef>
                <a:spcPts val="800"/>
              </a:spcBef>
              <a:spcAft>
                <a:spcPts val="800"/>
              </a:spcAft>
              <a:buSzPts val="1500"/>
              <a:buFont typeface="Space Grotesk Medium"/>
              <a:buChar char="■"/>
              <a:defRPr sz="1500">
                <a:latin typeface="Space Grotesk Medium"/>
                <a:ea typeface="Space Grotesk Medium"/>
                <a:cs typeface="Space Grotesk Medium"/>
                <a:sym typeface="Space Grotesk Medium"/>
              </a:defRPr>
            </a:lvl9pPr>
          </a:lstStyle>
          <a:p/>
        </p:txBody>
      </p:sp>
      <p:sp>
        <p:nvSpPr>
          <p:cNvPr id="192" name="Google Shape;192;p11"/>
          <p:cNvSpPr txBox="1"/>
          <p:nvPr>
            <p:ph idx="7" type="body"/>
          </p:nvPr>
        </p:nvSpPr>
        <p:spPr>
          <a:xfrm>
            <a:off x="252600" y="3039157"/>
            <a:ext cx="2118600" cy="876300"/>
          </a:xfrm>
          <a:prstGeom prst="rect">
            <a:avLst/>
          </a:prstGeom>
        </p:spPr>
        <p:txBody>
          <a:bodyPr anchorCtr="0" anchor="t" bIns="90000" lIns="0" spcFirstLastPara="1" rIns="0" wrap="square" tIns="0">
            <a:noAutofit/>
          </a:bodyPr>
          <a:lstStyle>
            <a:lvl1pPr indent="-292100" lvl="0" marL="457200">
              <a:lnSpc>
                <a:spcPct val="100000"/>
              </a:lnSpc>
              <a:spcBef>
                <a:spcPts val="0"/>
              </a:spcBef>
              <a:spcAft>
                <a:spcPts val="0"/>
              </a:spcAft>
              <a:buSzPts val="1000"/>
              <a:buChar char="●"/>
              <a:defRPr sz="1000"/>
            </a:lvl1pPr>
            <a:lvl2pPr indent="-292100" lvl="1" marL="914400">
              <a:lnSpc>
                <a:spcPct val="100000"/>
              </a:lnSpc>
              <a:spcBef>
                <a:spcPts val="800"/>
              </a:spcBef>
              <a:spcAft>
                <a:spcPts val="0"/>
              </a:spcAft>
              <a:buSzPts val="1000"/>
              <a:buChar char="○"/>
              <a:defRPr sz="1000"/>
            </a:lvl2pPr>
            <a:lvl3pPr indent="-292100" lvl="2" marL="1371600">
              <a:lnSpc>
                <a:spcPct val="100000"/>
              </a:lnSpc>
              <a:spcBef>
                <a:spcPts val="800"/>
              </a:spcBef>
              <a:spcAft>
                <a:spcPts val="0"/>
              </a:spcAft>
              <a:buSzPts val="1000"/>
              <a:buChar char="■"/>
              <a:defRPr sz="1000"/>
            </a:lvl3pPr>
            <a:lvl4pPr indent="-292100" lvl="3" marL="1828800">
              <a:lnSpc>
                <a:spcPct val="100000"/>
              </a:lnSpc>
              <a:spcBef>
                <a:spcPts val="800"/>
              </a:spcBef>
              <a:spcAft>
                <a:spcPts val="0"/>
              </a:spcAft>
              <a:buSzPts val="1000"/>
              <a:buChar char="●"/>
              <a:defRPr sz="1000"/>
            </a:lvl4pPr>
            <a:lvl5pPr indent="-292100" lvl="4" marL="2286000">
              <a:lnSpc>
                <a:spcPct val="100000"/>
              </a:lnSpc>
              <a:spcBef>
                <a:spcPts val="800"/>
              </a:spcBef>
              <a:spcAft>
                <a:spcPts val="0"/>
              </a:spcAft>
              <a:buSzPts val="1000"/>
              <a:buChar char="○"/>
              <a:defRPr sz="1000"/>
            </a:lvl5pPr>
            <a:lvl6pPr indent="-292100" lvl="5" marL="2743200">
              <a:lnSpc>
                <a:spcPct val="100000"/>
              </a:lnSpc>
              <a:spcBef>
                <a:spcPts val="800"/>
              </a:spcBef>
              <a:spcAft>
                <a:spcPts val="0"/>
              </a:spcAft>
              <a:buSzPts val="1000"/>
              <a:buChar char="■"/>
              <a:defRPr sz="1000"/>
            </a:lvl6pPr>
            <a:lvl7pPr indent="-292100" lvl="6" marL="3200400">
              <a:lnSpc>
                <a:spcPct val="100000"/>
              </a:lnSpc>
              <a:spcBef>
                <a:spcPts val="800"/>
              </a:spcBef>
              <a:spcAft>
                <a:spcPts val="0"/>
              </a:spcAft>
              <a:buSzPts val="1000"/>
              <a:buChar char="●"/>
              <a:defRPr sz="1000"/>
            </a:lvl7pPr>
            <a:lvl8pPr indent="-292100" lvl="7" marL="3657600">
              <a:lnSpc>
                <a:spcPct val="100000"/>
              </a:lnSpc>
              <a:spcBef>
                <a:spcPts val="800"/>
              </a:spcBef>
              <a:spcAft>
                <a:spcPts val="0"/>
              </a:spcAft>
              <a:buSzPts val="1000"/>
              <a:buChar char="○"/>
              <a:defRPr sz="1000"/>
            </a:lvl8pPr>
            <a:lvl9pPr indent="-292100" lvl="8" marL="4114800">
              <a:lnSpc>
                <a:spcPct val="100000"/>
              </a:lnSpc>
              <a:spcBef>
                <a:spcPts val="800"/>
              </a:spcBef>
              <a:spcAft>
                <a:spcPts val="800"/>
              </a:spcAft>
              <a:buSzPts val="1000"/>
              <a:buChar char="■"/>
              <a:defRPr sz="1000"/>
            </a:lvl9pPr>
          </a:lstStyle>
          <a:p/>
        </p:txBody>
      </p:sp>
    </p:spTree>
  </p:cSld>
  <p:clrMapOvr>
    <a:masterClrMapping/>
  </p:clrMapOvr>
  <p:extLst>
    <p:ext uri="{DCECCB84-F9BA-43D5-87BE-67443E8EF086}">
      <p15:sldGuideLst>
        <p15:guide id="1" orient="horz" pos="468">
          <p15:clr>
            <a:srgbClr val="E46962"/>
          </p15:clr>
        </p15:guide>
        <p15:guide id="2" pos="468">
          <p15:clr>
            <a:srgbClr val="E46962"/>
          </p15:clr>
        </p15:guide>
        <p15:guide id="3" pos="5601">
          <p15:clr>
            <a:srgbClr val="E46962"/>
          </p15:clr>
        </p15:guide>
        <p15:guide id="4" orient="horz" pos="3081">
          <p15:clr>
            <a:srgbClr val="E46962"/>
          </p15:clr>
        </p15:guide>
        <p15:guide id="5" pos="159">
          <p15:clr>
            <a:srgbClr val="E46962"/>
          </p15:clr>
        </p15:guide>
        <p15:guide id="6" pos="5292">
          <p15:clr>
            <a:srgbClr val="E46962"/>
          </p15:clr>
        </p15:guide>
        <p15:guide id="7" orient="horz" pos="2772">
          <p15:clr>
            <a:srgbClr val="E46962"/>
          </p15:clr>
        </p15:guide>
        <p15:guide id="8" orient="horz" pos="159">
          <p15:clr>
            <a:srgbClr val="E46962"/>
          </p15:clr>
        </p15:guide>
        <p15:guide id="9" orient="horz" pos="598">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ngo">
  <p:cSld name="BLANK_1_1_1_1_1_1_1_1_1_1_1_1_1_1_2_1_2">
    <p:bg>
      <p:bgPr>
        <a:solidFill>
          <a:schemeClr val="dk1"/>
        </a:solidFill>
      </p:bgPr>
    </p:bg>
    <p:spTree>
      <p:nvGrpSpPr>
        <p:cNvPr id="193" name="Shape 193"/>
        <p:cNvGrpSpPr/>
        <p:nvPr/>
      </p:nvGrpSpPr>
      <p:grpSpPr>
        <a:xfrm>
          <a:off x="0" y="0"/>
          <a:ext cx="0" cy="0"/>
          <a:chOff x="0" y="0"/>
          <a:chExt cx="0" cy="0"/>
        </a:xfrm>
      </p:grpSpPr>
      <p:sp>
        <p:nvSpPr>
          <p:cNvPr id="194" name="Google Shape;194;p12"/>
          <p:cNvSpPr txBox="1"/>
          <p:nvPr>
            <p:ph idx="1" type="subTitle"/>
          </p:nvPr>
        </p:nvSpPr>
        <p:spPr>
          <a:xfrm>
            <a:off x="252600" y="809250"/>
            <a:ext cx="2801700" cy="921300"/>
          </a:xfrm>
          <a:prstGeom prst="rect">
            <a:avLst/>
          </a:prstGeom>
        </p:spPr>
        <p:txBody>
          <a:bodyPr anchorCtr="0" anchor="t" bIns="0" lIns="0" spcFirstLastPara="1" rIns="0" wrap="square" tIns="0">
            <a:noAutofit/>
          </a:bodyPr>
          <a:lstStyle>
            <a:lvl1pPr lvl="0">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1pPr>
            <a:lvl2pPr lvl="1">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2pPr>
            <a:lvl3pPr lvl="2">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3pPr>
            <a:lvl4pPr lvl="3">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4pPr>
            <a:lvl5pPr lvl="4">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5pPr>
            <a:lvl6pPr lvl="5">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6pPr>
            <a:lvl7pPr lvl="6">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7pPr>
            <a:lvl8pPr lvl="7">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8pPr>
            <a:lvl9pPr lvl="8">
              <a:lnSpc>
                <a:spcPct val="100000"/>
              </a:lnSpc>
              <a:spcBef>
                <a:spcPts val="0"/>
              </a:spcBef>
              <a:spcAft>
                <a:spcPts val="0"/>
              </a:spcAft>
              <a:buClr>
                <a:schemeClr val="lt2"/>
              </a:buClr>
              <a:buSzPts val="1000"/>
              <a:buFont typeface="Space Grotesk Medium"/>
              <a:buNone/>
              <a:defRPr sz="1000">
                <a:solidFill>
                  <a:schemeClr val="lt2"/>
                </a:solidFill>
                <a:latin typeface="Space Grotesk Medium"/>
                <a:ea typeface="Space Grotesk Medium"/>
                <a:cs typeface="Space Grotesk Medium"/>
                <a:sym typeface="Space Grotesk Medium"/>
              </a:defRPr>
            </a:lvl9pPr>
          </a:lstStyle>
          <a:p/>
        </p:txBody>
      </p:sp>
      <p:sp>
        <p:nvSpPr>
          <p:cNvPr id="195" name="Google Shape;195;p12"/>
          <p:cNvSpPr txBox="1"/>
          <p:nvPr>
            <p:ph idx="2" type="subTitle"/>
          </p:nvPr>
        </p:nvSpPr>
        <p:spPr>
          <a:xfrm>
            <a:off x="252600" y="2831039"/>
            <a:ext cx="2734200" cy="493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500"/>
              <a:buFont typeface="Space Grotesk Medium"/>
              <a:buNone/>
              <a:defRPr sz="1500">
                <a:highlight>
                  <a:schemeClr val="lt2"/>
                </a:highlight>
                <a:latin typeface="Space Grotesk Medium"/>
                <a:ea typeface="Space Grotesk Medium"/>
                <a:cs typeface="Space Grotesk Medium"/>
                <a:sym typeface="Space Grotesk Medium"/>
              </a:defRPr>
            </a:lvl1pPr>
            <a:lvl2pPr lvl="1">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2pPr>
            <a:lvl3pPr lvl="2">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3pPr>
            <a:lvl4pPr lvl="3">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4pPr>
            <a:lvl5pPr lvl="4">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5pPr>
            <a:lvl6pPr lvl="5">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6pPr>
            <a:lvl7pPr lvl="6">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7pPr>
            <a:lvl8pPr lvl="7">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8pPr>
            <a:lvl9pPr lvl="8">
              <a:lnSpc>
                <a:spcPct val="100000"/>
              </a:lnSpc>
              <a:spcBef>
                <a:spcPts val="0"/>
              </a:spcBef>
              <a:spcAft>
                <a:spcPts val="0"/>
              </a:spcAft>
              <a:buClr>
                <a:schemeClr val="dk1"/>
              </a:buClr>
              <a:buSzPts val="1500"/>
              <a:buFont typeface="Space Grotesk Medium"/>
              <a:buNone/>
              <a:defRPr sz="1500">
                <a:highlight>
                  <a:schemeClr val="accent5"/>
                </a:highlight>
                <a:latin typeface="Space Grotesk Medium"/>
                <a:ea typeface="Space Grotesk Medium"/>
                <a:cs typeface="Space Grotesk Medium"/>
                <a:sym typeface="Space Grotesk Medium"/>
              </a:defRPr>
            </a:lvl9pPr>
          </a:lstStyle>
          <a:p/>
        </p:txBody>
      </p:sp>
      <p:sp>
        <p:nvSpPr>
          <p:cNvPr id="196" name="Google Shape;196;p12"/>
          <p:cNvSpPr txBox="1"/>
          <p:nvPr>
            <p:ph type="title"/>
          </p:nvPr>
        </p:nvSpPr>
        <p:spPr>
          <a:xfrm>
            <a:off x="7520025" y="9499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7" name="Google Shape;197;p12"/>
          <p:cNvSpPr txBox="1"/>
          <p:nvPr>
            <p:ph idx="3" type="title"/>
          </p:nvPr>
        </p:nvSpPr>
        <p:spPr>
          <a:xfrm>
            <a:off x="4390704"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8" name="Google Shape;198;p12"/>
          <p:cNvSpPr txBox="1"/>
          <p:nvPr>
            <p:ph idx="4" type="title"/>
          </p:nvPr>
        </p:nvSpPr>
        <p:spPr>
          <a:xfrm>
            <a:off x="5919225" y="22642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199" name="Google Shape;199;p12"/>
          <p:cNvSpPr txBox="1"/>
          <p:nvPr>
            <p:ph idx="5" type="title"/>
          </p:nvPr>
        </p:nvSpPr>
        <p:spPr>
          <a:xfrm>
            <a:off x="7251700" y="23786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0" name="Google Shape;200;p12"/>
          <p:cNvSpPr txBox="1"/>
          <p:nvPr>
            <p:ph idx="6" type="title"/>
          </p:nvPr>
        </p:nvSpPr>
        <p:spPr>
          <a:xfrm>
            <a:off x="4390704" y="390672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1" name="Google Shape;201;p12"/>
          <p:cNvSpPr txBox="1"/>
          <p:nvPr>
            <p:ph idx="7" type="title"/>
          </p:nvPr>
        </p:nvSpPr>
        <p:spPr>
          <a:xfrm>
            <a:off x="5919225" y="376860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2" name="Google Shape;202;p12"/>
          <p:cNvSpPr txBox="1"/>
          <p:nvPr>
            <p:ph idx="8" type="title"/>
          </p:nvPr>
        </p:nvSpPr>
        <p:spPr>
          <a:xfrm>
            <a:off x="7520025" y="36411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5"/>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3" name="Google Shape;203;p12"/>
          <p:cNvSpPr txBox="1"/>
          <p:nvPr>
            <p:ph idx="9" type="title"/>
          </p:nvPr>
        </p:nvSpPr>
        <p:spPr>
          <a:xfrm>
            <a:off x="4390704" y="898075"/>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accent4"/>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lvl2pPr>
            <a:lvl3pPr lvl="2" algn="ctr">
              <a:lnSpc>
                <a:spcPct val="115000"/>
              </a:lnSpc>
              <a:spcBef>
                <a:spcPts val="0"/>
              </a:spcBef>
              <a:spcAft>
                <a:spcPts val="0"/>
              </a:spcAft>
              <a:buSzPts val="2800"/>
              <a:buNone/>
              <a:defRPr sz="1000"/>
            </a:lvl3pPr>
            <a:lvl4pPr lvl="3" algn="ctr">
              <a:lnSpc>
                <a:spcPct val="115000"/>
              </a:lnSpc>
              <a:spcBef>
                <a:spcPts val="0"/>
              </a:spcBef>
              <a:spcAft>
                <a:spcPts val="0"/>
              </a:spcAft>
              <a:buSzPts val="2800"/>
              <a:buNone/>
              <a:defRPr sz="1000"/>
            </a:lvl4pPr>
            <a:lvl5pPr lvl="4" algn="ctr">
              <a:lnSpc>
                <a:spcPct val="115000"/>
              </a:lnSpc>
              <a:spcBef>
                <a:spcPts val="0"/>
              </a:spcBef>
              <a:spcAft>
                <a:spcPts val="0"/>
              </a:spcAft>
              <a:buSzPts val="2800"/>
              <a:buNone/>
              <a:defRPr sz="1000"/>
            </a:lvl5pPr>
            <a:lvl6pPr lvl="5" algn="ctr">
              <a:lnSpc>
                <a:spcPct val="115000"/>
              </a:lnSpc>
              <a:spcBef>
                <a:spcPts val="0"/>
              </a:spcBef>
              <a:spcAft>
                <a:spcPts val="0"/>
              </a:spcAft>
              <a:buSzPts val="2800"/>
              <a:buNone/>
              <a:defRPr sz="1000"/>
            </a:lvl6pPr>
            <a:lvl7pPr lvl="6" algn="ctr">
              <a:lnSpc>
                <a:spcPct val="115000"/>
              </a:lnSpc>
              <a:spcBef>
                <a:spcPts val="0"/>
              </a:spcBef>
              <a:spcAft>
                <a:spcPts val="0"/>
              </a:spcAft>
              <a:buSzPts val="2800"/>
              <a:buNone/>
              <a:defRPr sz="1000"/>
            </a:lvl7pPr>
            <a:lvl8pPr lvl="7" algn="ctr">
              <a:lnSpc>
                <a:spcPct val="115000"/>
              </a:lnSpc>
              <a:spcBef>
                <a:spcPts val="0"/>
              </a:spcBef>
              <a:spcAft>
                <a:spcPts val="0"/>
              </a:spcAft>
              <a:buSzPts val="2800"/>
              <a:buNone/>
              <a:defRPr sz="1000"/>
            </a:lvl8pPr>
            <a:lvl9pPr lvl="8" algn="ctr">
              <a:lnSpc>
                <a:spcPct val="115000"/>
              </a:lnSpc>
              <a:spcBef>
                <a:spcPts val="0"/>
              </a:spcBef>
              <a:spcAft>
                <a:spcPts val="0"/>
              </a:spcAft>
              <a:buSzPts val="2800"/>
              <a:buNone/>
              <a:defRPr sz="1000"/>
            </a:lvl9pPr>
          </a:lstStyle>
          <a:p/>
        </p:txBody>
      </p:sp>
      <p:sp>
        <p:nvSpPr>
          <p:cNvPr id="204" name="Google Shape;204;p12"/>
          <p:cNvSpPr txBox="1"/>
          <p:nvPr>
            <p:ph idx="13" type="title"/>
          </p:nvPr>
        </p:nvSpPr>
        <p:spPr>
          <a:xfrm>
            <a:off x="5992500" y="977450"/>
            <a:ext cx="846900" cy="3741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5" name="Google Shape;205;p12"/>
          <p:cNvSpPr txBox="1"/>
          <p:nvPr>
            <p:ph idx="14" type="title"/>
          </p:nvPr>
        </p:nvSpPr>
        <p:spPr>
          <a:xfrm>
            <a:off x="257707" y="3448488"/>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6" name="Google Shape;206;p12"/>
          <p:cNvSpPr txBox="1"/>
          <p:nvPr>
            <p:ph idx="15" type="title"/>
          </p:nvPr>
        </p:nvSpPr>
        <p:spPr>
          <a:xfrm>
            <a:off x="257707" y="3961275"/>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7" name="Google Shape;207;p12"/>
          <p:cNvSpPr txBox="1"/>
          <p:nvPr>
            <p:ph idx="16" type="title"/>
          </p:nvPr>
        </p:nvSpPr>
        <p:spPr>
          <a:xfrm>
            <a:off x="1311836"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8" name="Google Shape;208;p12"/>
          <p:cNvSpPr txBox="1"/>
          <p:nvPr>
            <p:ph idx="17" type="title"/>
          </p:nvPr>
        </p:nvSpPr>
        <p:spPr>
          <a:xfrm>
            <a:off x="2365953" y="3961287"/>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09" name="Google Shape;209;p12"/>
          <p:cNvSpPr txBox="1"/>
          <p:nvPr>
            <p:ph idx="18" type="title"/>
          </p:nvPr>
        </p:nvSpPr>
        <p:spPr>
          <a:xfrm>
            <a:off x="257707" y="4474062"/>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0" name="Google Shape;210;p12"/>
          <p:cNvSpPr txBox="1"/>
          <p:nvPr>
            <p:ph idx="19" type="title"/>
          </p:nvPr>
        </p:nvSpPr>
        <p:spPr>
          <a:xfrm>
            <a:off x="1311836"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1" name="Google Shape;211;p12"/>
          <p:cNvSpPr txBox="1"/>
          <p:nvPr>
            <p:ph idx="20" type="title"/>
          </p:nvPr>
        </p:nvSpPr>
        <p:spPr>
          <a:xfrm>
            <a:off x="2365953" y="4474074"/>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2" name="Google Shape;212;p12"/>
          <p:cNvSpPr txBox="1"/>
          <p:nvPr>
            <p:ph idx="21" type="title"/>
          </p:nvPr>
        </p:nvSpPr>
        <p:spPr>
          <a:xfrm>
            <a:off x="1313187"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3" name="Google Shape;213;p12"/>
          <p:cNvSpPr txBox="1"/>
          <p:nvPr>
            <p:ph idx="22" type="title"/>
          </p:nvPr>
        </p:nvSpPr>
        <p:spPr>
          <a:xfrm>
            <a:off x="2365953" y="3448500"/>
            <a:ext cx="943500" cy="416700"/>
          </a:xfrm>
          <a:prstGeom prst="rect">
            <a:avLst/>
          </a:prstGeom>
          <a:solidFill>
            <a:schemeClr val="dk1"/>
          </a:solidFill>
          <a:ln cap="flat" cmpd="sng" w="9525">
            <a:solidFill>
              <a:schemeClr val="lt2"/>
            </a:solidFill>
            <a:prstDash val="solid"/>
            <a:round/>
            <a:headEnd len="sm" w="sm" type="none"/>
            <a:tailEnd len="sm" w="sm" type="none"/>
          </a:ln>
        </p:spPr>
        <p:txBody>
          <a:bodyPr anchorCtr="0" anchor="ctr" bIns="91425" lIns="91425" spcFirstLastPara="1" rIns="91425" wrap="square" tIns="91425">
            <a:normAutofit/>
          </a:bodyPr>
          <a:lstStyle>
            <a:lvl1pPr lvl="0" algn="ctr">
              <a:lnSpc>
                <a:spcPct val="90000"/>
              </a:lnSpc>
              <a:spcBef>
                <a:spcPts val="0"/>
              </a:spcBef>
              <a:spcAft>
                <a:spcPts val="0"/>
              </a:spcAft>
              <a:buSzPts val="2800"/>
              <a:buNone/>
              <a:defRPr sz="1000">
                <a:solidFill>
                  <a:schemeClr val="lt2"/>
                </a:solidFill>
                <a:latin typeface="Space Grotesk"/>
                <a:ea typeface="Space Grotesk"/>
                <a:cs typeface="Space Grotesk"/>
                <a:sym typeface="Space Grotesk"/>
              </a:defRPr>
            </a:lvl1pPr>
            <a:lvl2pPr lvl="1" algn="ctr">
              <a:lnSpc>
                <a:spcPct val="115000"/>
              </a:lnSpc>
              <a:spcBef>
                <a:spcPts val="0"/>
              </a:spcBef>
              <a:spcAft>
                <a:spcPts val="0"/>
              </a:spcAft>
              <a:buSzPts val="2800"/>
              <a:buNone/>
              <a:defRPr sz="1000">
                <a:solidFill>
                  <a:schemeClr val="lt2"/>
                </a:solidFill>
              </a:defRPr>
            </a:lvl2pPr>
            <a:lvl3pPr lvl="2" algn="ctr">
              <a:lnSpc>
                <a:spcPct val="115000"/>
              </a:lnSpc>
              <a:spcBef>
                <a:spcPts val="0"/>
              </a:spcBef>
              <a:spcAft>
                <a:spcPts val="0"/>
              </a:spcAft>
              <a:buSzPts val="2800"/>
              <a:buNone/>
              <a:defRPr sz="1000">
                <a:solidFill>
                  <a:schemeClr val="lt2"/>
                </a:solidFill>
              </a:defRPr>
            </a:lvl3pPr>
            <a:lvl4pPr lvl="3" algn="ctr">
              <a:lnSpc>
                <a:spcPct val="115000"/>
              </a:lnSpc>
              <a:spcBef>
                <a:spcPts val="0"/>
              </a:spcBef>
              <a:spcAft>
                <a:spcPts val="0"/>
              </a:spcAft>
              <a:buSzPts val="2800"/>
              <a:buNone/>
              <a:defRPr sz="1000">
                <a:solidFill>
                  <a:schemeClr val="lt2"/>
                </a:solidFill>
              </a:defRPr>
            </a:lvl4pPr>
            <a:lvl5pPr lvl="4" algn="ctr">
              <a:lnSpc>
                <a:spcPct val="115000"/>
              </a:lnSpc>
              <a:spcBef>
                <a:spcPts val="0"/>
              </a:spcBef>
              <a:spcAft>
                <a:spcPts val="0"/>
              </a:spcAft>
              <a:buSzPts val="2800"/>
              <a:buNone/>
              <a:defRPr sz="1000">
                <a:solidFill>
                  <a:schemeClr val="lt2"/>
                </a:solidFill>
              </a:defRPr>
            </a:lvl5pPr>
            <a:lvl6pPr lvl="5" algn="ctr">
              <a:lnSpc>
                <a:spcPct val="115000"/>
              </a:lnSpc>
              <a:spcBef>
                <a:spcPts val="0"/>
              </a:spcBef>
              <a:spcAft>
                <a:spcPts val="0"/>
              </a:spcAft>
              <a:buSzPts val="2800"/>
              <a:buNone/>
              <a:defRPr sz="1000">
                <a:solidFill>
                  <a:schemeClr val="lt2"/>
                </a:solidFill>
              </a:defRPr>
            </a:lvl6pPr>
            <a:lvl7pPr lvl="6" algn="ctr">
              <a:lnSpc>
                <a:spcPct val="115000"/>
              </a:lnSpc>
              <a:spcBef>
                <a:spcPts val="0"/>
              </a:spcBef>
              <a:spcAft>
                <a:spcPts val="0"/>
              </a:spcAft>
              <a:buSzPts val="2800"/>
              <a:buNone/>
              <a:defRPr sz="1000">
                <a:solidFill>
                  <a:schemeClr val="lt2"/>
                </a:solidFill>
              </a:defRPr>
            </a:lvl7pPr>
            <a:lvl8pPr lvl="7" algn="ctr">
              <a:lnSpc>
                <a:spcPct val="115000"/>
              </a:lnSpc>
              <a:spcBef>
                <a:spcPts val="0"/>
              </a:spcBef>
              <a:spcAft>
                <a:spcPts val="0"/>
              </a:spcAft>
              <a:buSzPts val="2800"/>
              <a:buNone/>
              <a:defRPr sz="1000">
                <a:solidFill>
                  <a:schemeClr val="lt2"/>
                </a:solidFill>
              </a:defRPr>
            </a:lvl8pPr>
            <a:lvl9pPr lvl="8" algn="ctr">
              <a:lnSpc>
                <a:spcPct val="115000"/>
              </a:lnSpc>
              <a:spcBef>
                <a:spcPts val="0"/>
              </a:spcBef>
              <a:spcAft>
                <a:spcPts val="0"/>
              </a:spcAft>
              <a:buSzPts val="2800"/>
              <a:buNone/>
              <a:defRPr sz="1000">
                <a:solidFill>
                  <a:schemeClr val="lt2"/>
                </a:solidFill>
              </a:defRPr>
            </a:lvl9pPr>
          </a:lstStyle>
          <a:p/>
        </p:txBody>
      </p:sp>
      <p:sp>
        <p:nvSpPr>
          <p:cNvPr id="214" name="Google Shape;214;p12"/>
          <p:cNvSpPr txBox="1"/>
          <p:nvPr>
            <p:ph idx="23" type="title"/>
          </p:nvPr>
        </p:nvSpPr>
        <p:spPr>
          <a:xfrm>
            <a:off x="216300" y="226194"/>
            <a:ext cx="4216200" cy="416700"/>
          </a:xfrm>
          <a:prstGeom prst="rect">
            <a:avLst/>
          </a:prstGeom>
        </p:spPr>
        <p:txBody>
          <a:bodyPr anchorCtr="0" anchor="t" bIns="0" lIns="0" spcFirstLastPara="1" rIns="0" wrap="square" tIns="0">
            <a:noAutofit/>
          </a:bodyPr>
          <a:lstStyle>
            <a:lvl1pPr lvl="0">
              <a:lnSpc>
                <a:spcPct val="80000"/>
              </a:lnSpc>
              <a:spcBef>
                <a:spcPts val="0"/>
              </a:spcBef>
              <a:spcAft>
                <a:spcPts val="0"/>
              </a:spcAft>
              <a:buClr>
                <a:schemeClr val="accent5"/>
              </a:buClr>
              <a:buSzPts val="3500"/>
              <a:buFont typeface="Space Grotesk"/>
              <a:buNone/>
              <a:defRPr sz="3500">
                <a:solidFill>
                  <a:schemeClr val="accent5"/>
                </a:solidFill>
                <a:latin typeface="Space Grotesk"/>
                <a:ea typeface="Space Grotesk"/>
                <a:cs typeface="Space Grotesk"/>
                <a:sym typeface="Space Grotesk"/>
              </a:defRPr>
            </a:lvl1pPr>
            <a:lvl2pPr lvl="1">
              <a:lnSpc>
                <a:spcPct val="80000"/>
              </a:lnSpc>
              <a:spcBef>
                <a:spcPts val="0"/>
              </a:spcBef>
              <a:spcAft>
                <a:spcPts val="0"/>
              </a:spcAft>
              <a:buClr>
                <a:schemeClr val="accent5"/>
              </a:buClr>
              <a:buSzPts val="3900"/>
              <a:buFont typeface="Space Grotesk Medium"/>
              <a:buNone/>
              <a:defRPr sz="3900">
                <a:solidFill>
                  <a:schemeClr val="accent5"/>
                </a:solidFill>
              </a:defRPr>
            </a:lvl2pPr>
            <a:lvl3pPr lvl="2">
              <a:lnSpc>
                <a:spcPct val="80000"/>
              </a:lnSpc>
              <a:spcBef>
                <a:spcPts val="0"/>
              </a:spcBef>
              <a:spcAft>
                <a:spcPts val="0"/>
              </a:spcAft>
              <a:buClr>
                <a:schemeClr val="accent5"/>
              </a:buClr>
              <a:buSzPts val="3900"/>
              <a:buFont typeface="Space Grotesk Medium"/>
              <a:buNone/>
              <a:defRPr sz="3900">
                <a:solidFill>
                  <a:schemeClr val="accent5"/>
                </a:solidFill>
              </a:defRPr>
            </a:lvl3pPr>
            <a:lvl4pPr lvl="3">
              <a:lnSpc>
                <a:spcPct val="80000"/>
              </a:lnSpc>
              <a:spcBef>
                <a:spcPts val="0"/>
              </a:spcBef>
              <a:spcAft>
                <a:spcPts val="0"/>
              </a:spcAft>
              <a:buClr>
                <a:schemeClr val="accent5"/>
              </a:buClr>
              <a:buSzPts val="3900"/>
              <a:buFont typeface="Space Grotesk Medium"/>
              <a:buNone/>
              <a:defRPr sz="3900">
                <a:solidFill>
                  <a:schemeClr val="accent5"/>
                </a:solidFill>
              </a:defRPr>
            </a:lvl4pPr>
            <a:lvl5pPr lvl="4">
              <a:lnSpc>
                <a:spcPct val="80000"/>
              </a:lnSpc>
              <a:spcBef>
                <a:spcPts val="0"/>
              </a:spcBef>
              <a:spcAft>
                <a:spcPts val="0"/>
              </a:spcAft>
              <a:buClr>
                <a:schemeClr val="accent5"/>
              </a:buClr>
              <a:buSzPts val="3900"/>
              <a:buFont typeface="Space Grotesk Medium"/>
              <a:buNone/>
              <a:defRPr sz="3900">
                <a:solidFill>
                  <a:schemeClr val="accent5"/>
                </a:solidFill>
              </a:defRPr>
            </a:lvl5pPr>
            <a:lvl6pPr lvl="5">
              <a:lnSpc>
                <a:spcPct val="80000"/>
              </a:lnSpc>
              <a:spcBef>
                <a:spcPts val="0"/>
              </a:spcBef>
              <a:spcAft>
                <a:spcPts val="0"/>
              </a:spcAft>
              <a:buClr>
                <a:schemeClr val="accent5"/>
              </a:buClr>
              <a:buSzPts val="3900"/>
              <a:buFont typeface="Space Grotesk Medium"/>
              <a:buNone/>
              <a:defRPr sz="3900">
                <a:solidFill>
                  <a:schemeClr val="accent5"/>
                </a:solidFill>
              </a:defRPr>
            </a:lvl6pPr>
            <a:lvl7pPr lvl="6">
              <a:lnSpc>
                <a:spcPct val="80000"/>
              </a:lnSpc>
              <a:spcBef>
                <a:spcPts val="0"/>
              </a:spcBef>
              <a:spcAft>
                <a:spcPts val="0"/>
              </a:spcAft>
              <a:buClr>
                <a:schemeClr val="accent5"/>
              </a:buClr>
              <a:buSzPts val="3900"/>
              <a:buFont typeface="Space Grotesk Medium"/>
              <a:buNone/>
              <a:defRPr sz="3900">
                <a:solidFill>
                  <a:schemeClr val="accent5"/>
                </a:solidFill>
              </a:defRPr>
            </a:lvl7pPr>
            <a:lvl8pPr lvl="7">
              <a:lnSpc>
                <a:spcPct val="80000"/>
              </a:lnSpc>
              <a:spcBef>
                <a:spcPts val="0"/>
              </a:spcBef>
              <a:spcAft>
                <a:spcPts val="0"/>
              </a:spcAft>
              <a:buClr>
                <a:schemeClr val="accent5"/>
              </a:buClr>
              <a:buSzPts val="3900"/>
              <a:buFont typeface="Space Grotesk Medium"/>
              <a:buNone/>
              <a:defRPr sz="3900">
                <a:solidFill>
                  <a:schemeClr val="accent5"/>
                </a:solidFill>
              </a:defRPr>
            </a:lvl8pPr>
            <a:lvl9pPr lvl="8">
              <a:lnSpc>
                <a:spcPct val="80000"/>
              </a:lnSpc>
              <a:spcBef>
                <a:spcPts val="0"/>
              </a:spcBef>
              <a:spcAft>
                <a:spcPts val="0"/>
              </a:spcAft>
              <a:buClr>
                <a:schemeClr val="accent5"/>
              </a:buClr>
              <a:buSzPts val="3900"/>
              <a:buFont typeface="Space Grotesk Medium"/>
              <a:buNone/>
              <a:defRPr sz="3900">
                <a:solidFill>
                  <a:schemeClr val="accent5"/>
                </a:solidFill>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orient="horz" pos="159">
          <p15:clr>
            <a:srgbClr val="E46962"/>
          </p15:clr>
        </p15:guide>
        <p15:guide id="7" orient="horz" pos="2772">
          <p15:clr>
            <a:srgbClr val="E46962"/>
          </p15:clr>
        </p15:guide>
        <p15:guide id="8" pos="159">
          <p15:clr>
            <a:srgbClr val="E46962"/>
          </p15:clr>
        </p15:guide>
        <p15:guide id="9" pos="2268">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p">
  <p:cSld name="BLANK_1_1_1_1_1_1_1_1_1_1_1_1_1_1_1_1_2">
    <p:bg>
      <p:bgPr>
        <a:solidFill>
          <a:schemeClr val="dk1"/>
        </a:solidFill>
      </p:bgPr>
    </p:bg>
    <p:spTree>
      <p:nvGrpSpPr>
        <p:cNvPr id="215" name="Shape 215"/>
        <p:cNvGrpSpPr/>
        <p:nvPr/>
      </p:nvGrpSpPr>
      <p:grpSpPr>
        <a:xfrm>
          <a:off x="0" y="0"/>
          <a:ext cx="0" cy="0"/>
          <a:chOff x="0" y="0"/>
          <a:chExt cx="0" cy="0"/>
        </a:xfrm>
      </p:grpSpPr>
      <p:sp>
        <p:nvSpPr>
          <p:cNvPr id="216" name="Google Shape;216;p13"/>
          <p:cNvSpPr txBox="1"/>
          <p:nvPr>
            <p:ph type="title"/>
          </p:nvPr>
        </p:nvSpPr>
        <p:spPr>
          <a:xfrm>
            <a:off x="236975" y="4424350"/>
            <a:ext cx="4213800" cy="5421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2800"/>
              <a:buNone/>
              <a:defRPr sz="3500">
                <a:solidFill>
                  <a:schemeClr val="accent5"/>
                </a:solidFill>
              </a:defRPr>
            </a:lvl1pPr>
            <a:lvl2pPr lvl="1">
              <a:lnSpc>
                <a:spcPct val="115000"/>
              </a:lnSpc>
              <a:spcBef>
                <a:spcPts val="0"/>
              </a:spcBef>
              <a:spcAft>
                <a:spcPts val="0"/>
              </a:spcAft>
              <a:buSzPts val="2800"/>
              <a:buNone/>
              <a:defRPr sz="3900">
                <a:solidFill>
                  <a:schemeClr val="accent5"/>
                </a:solidFill>
              </a:defRPr>
            </a:lvl2pPr>
            <a:lvl3pPr lvl="2">
              <a:lnSpc>
                <a:spcPct val="115000"/>
              </a:lnSpc>
              <a:spcBef>
                <a:spcPts val="0"/>
              </a:spcBef>
              <a:spcAft>
                <a:spcPts val="0"/>
              </a:spcAft>
              <a:buSzPts val="2800"/>
              <a:buNone/>
              <a:defRPr sz="3900">
                <a:solidFill>
                  <a:schemeClr val="accent5"/>
                </a:solidFill>
              </a:defRPr>
            </a:lvl3pPr>
            <a:lvl4pPr lvl="3">
              <a:lnSpc>
                <a:spcPct val="115000"/>
              </a:lnSpc>
              <a:spcBef>
                <a:spcPts val="0"/>
              </a:spcBef>
              <a:spcAft>
                <a:spcPts val="0"/>
              </a:spcAft>
              <a:buSzPts val="2800"/>
              <a:buNone/>
              <a:defRPr sz="3900">
                <a:solidFill>
                  <a:schemeClr val="accent5"/>
                </a:solidFill>
              </a:defRPr>
            </a:lvl4pPr>
            <a:lvl5pPr lvl="4">
              <a:lnSpc>
                <a:spcPct val="115000"/>
              </a:lnSpc>
              <a:spcBef>
                <a:spcPts val="0"/>
              </a:spcBef>
              <a:spcAft>
                <a:spcPts val="0"/>
              </a:spcAft>
              <a:buSzPts val="2800"/>
              <a:buNone/>
              <a:defRPr sz="3900">
                <a:solidFill>
                  <a:schemeClr val="accent5"/>
                </a:solidFill>
              </a:defRPr>
            </a:lvl5pPr>
            <a:lvl6pPr lvl="5">
              <a:lnSpc>
                <a:spcPct val="115000"/>
              </a:lnSpc>
              <a:spcBef>
                <a:spcPts val="0"/>
              </a:spcBef>
              <a:spcAft>
                <a:spcPts val="0"/>
              </a:spcAft>
              <a:buSzPts val="2800"/>
              <a:buNone/>
              <a:defRPr sz="3900">
                <a:solidFill>
                  <a:schemeClr val="accent5"/>
                </a:solidFill>
              </a:defRPr>
            </a:lvl6pPr>
            <a:lvl7pPr lvl="6">
              <a:lnSpc>
                <a:spcPct val="115000"/>
              </a:lnSpc>
              <a:spcBef>
                <a:spcPts val="0"/>
              </a:spcBef>
              <a:spcAft>
                <a:spcPts val="0"/>
              </a:spcAft>
              <a:buSzPts val="2800"/>
              <a:buNone/>
              <a:defRPr sz="3900">
                <a:solidFill>
                  <a:schemeClr val="accent5"/>
                </a:solidFill>
              </a:defRPr>
            </a:lvl7pPr>
            <a:lvl8pPr lvl="7">
              <a:lnSpc>
                <a:spcPct val="115000"/>
              </a:lnSpc>
              <a:spcBef>
                <a:spcPts val="0"/>
              </a:spcBef>
              <a:spcAft>
                <a:spcPts val="0"/>
              </a:spcAft>
              <a:buSzPts val="2800"/>
              <a:buNone/>
              <a:defRPr sz="3900">
                <a:solidFill>
                  <a:schemeClr val="accent5"/>
                </a:solidFill>
              </a:defRPr>
            </a:lvl8pPr>
            <a:lvl9pPr lvl="8">
              <a:lnSpc>
                <a:spcPct val="115000"/>
              </a:lnSpc>
              <a:spcBef>
                <a:spcPts val="0"/>
              </a:spcBef>
              <a:spcAft>
                <a:spcPts val="0"/>
              </a:spcAft>
              <a:buSzPts val="2800"/>
              <a:buNone/>
              <a:defRPr sz="3900">
                <a:solidFill>
                  <a:schemeClr val="accent5"/>
                </a:solidFill>
              </a:defRPr>
            </a:lvl9pPr>
          </a:lstStyle>
          <a:p/>
        </p:txBody>
      </p:sp>
      <p:sp>
        <p:nvSpPr>
          <p:cNvPr id="217" name="Google Shape;217;p13"/>
          <p:cNvSpPr txBox="1"/>
          <p:nvPr>
            <p:ph idx="1" type="subTitle"/>
          </p:nvPr>
        </p:nvSpPr>
        <p:spPr>
          <a:xfrm>
            <a:off x="6248450" y="4424346"/>
            <a:ext cx="2847300" cy="466500"/>
          </a:xfrm>
          <a:prstGeom prst="rect">
            <a:avLst/>
          </a:prstGeom>
        </p:spPr>
        <p:txBody>
          <a:bodyPr anchorCtr="0" anchor="b" bIns="0" lIns="0" spcFirstLastPara="1" rIns="0" wrap="square" tIns="0">
            <a:noAutofit/>
          </a:bodyPr>
          <a:lstStyle>
            <a:lvl1pPr lvl="0">
              <a:lnSpc>
                <a:spcPct val="80000"/>
              </a:lnSpc>
              <a:spcBef>
                <a:spcPts val="0"/>
              </a:spcBef>
              <a:spcAft>
                <a:spcPts val="0"/>
              </a:spcAft>
              <a:buClr>
                <a:schemeClr val="lt2"/>
              </a:buClr>
              <a:buSzPts val="1500"/>
              <a:buFont typeface="Space Grotesk Medium"/>
              <a:buNone/>
              <a:defRPr sz="1500">
                <a:solidFill>
                  <a:schemeClr val="lt2"/>
                </a:solidFill>
                <a:latin typeface="Space Grotesk Medium"/>
                <a:ea typeface="Space Grotesk Medium"/>
                <a:cs typeface="Space Grotesk Medium"/>
                <a:sym typeface="Space Grotesk Medium"/>
              </a:defRPr>
            </a:lvl1pPr>
            <a:lvl2pPr lvl="1">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2pPr>
            <a:lvl3pPr lvl="2">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3pPr>
            <a:lvl4pPr lvl="3">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4pPr>
            <a:lvl5pPr lvl="4">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5pPr>
            <a:lvl6pPr lvl="5">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6pPr>
            <a:lvl7pPr lvl="6">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7pPr>
            <a:lvl8pPr lvl="7">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8pPr>
            <a:lvl9pPr lvl="8">
              <a:lnSpc>
                <a:spcPct val="80000"/>
              </a:lnSpc>
              <a:spcBef>
                <a:spcPts val="0"/>
              </a:spcBef>
              <a:spcAft>
                <a:spcPts val="0"/>
              </a:spcAft>
              <a:buClr>
                <a:schemeClr val="lt2"/>
              </a:buClr>
              <a:buSzPts val="1500"/>
              <a:buFont typeface="Space Grotesk Medium"/>
              <a:buNone/>
              <a:defRPr sz="1500">
                <a:solidFill>
                  <a:schemeClr val="lt2"/>
                </a:solidFill>
                <a:highlight>
                  <a:schemeClr val="accent2"/>
                </a:highlight>
                <a:latin typeface="Space Grotesk Medium"/>
                <a:ea typeface="Space Grotesk Medium"/>
                <a:cs typeface="Space Grotesk Medium"/>
                <a:sym typeface="Space Grotesk Medium"/>
              </a:defRPr>
            </a:lvl9pPr>
          </a:lstStyle>
          <a:p/>
        </p:txBody>
      </p:sp>
      <p:sp>
        <p:nvSpPr>
          <p:cNvPr id="218" name="Google Shape;218;p13"/>
          <p:cNvSpPr txBox="1"/>
          <p:nvPr>
            <p:ph idx="2" type="subTitle"/>
          </p:nvPr>
        </p:nvSpPr>
        <p:spPr>
          <a:xfrm>
            <a:off x="241825" y="2738350"/>
            <a:ext cx="1869600" cy="1603500"/>
          </a:xfrm>
          <a:prstGeom prst="rect">
            <a:avLst/>
          </a:prstGeom>
        </p:spPr>
        <p:txBody>
          <a:bodyPr anchorCtr="0" anchor="b" bIns="0" lIns="0" spcFirstLastPara="1" rIns="0" wrap="square" tIns="0">
            <a:normAutofit/>
          </a:bodyPr>
          <a:lstStyle>
            <a:lvl1pPr lvl="0">
              <a:lnSpc>
                <a:spcPct val="100000"/>
              </a:lnSpc>
              <a:spcBef>
                <a:spcPts val="0"/>
              </a:spcBef>
              <a:spcAft>
                <a:spcPts val="0"/>
              </a:spcAft>
              <a:buClr>
                <a:schemeClr val="lt2"/>
              </a:buClr>
              <a:buSzPts val="1000"/>
              <a:buFont typeface="Space Grotesk"/>
              <a:buNone/>
              <a:defRPr sz="1000">
                <a:solidFill>
                  <a:schemeClr val="lt2"/>
                </a:solidFill>
              </a:defRPr>
            </a:lvl1pPr>
            <a:lvl2pPr lvl="1">
              <a:lnSpc>
                <a:spcPct val="100000"/>
              </a:lnSpc>
              <a:spcBef>
                <a:spcPts val="0"/>
              </a:spcBef>
              <a:spcAft>
                <a:spcPts val="0"/>
              </a:spcAft>
              <a:buClr>
                <a:schemeClr val="lt2"/>
              </a:buClr>
              <a:buSzPts val="1000"/>
              <a:buFont typeface="Space Grotesk"/>
              <a:buNone/>
              <a:defRPr sz="1000">
                <a:solidFill>
                  <a:schemeClr val="lt2"/>
                </a:solidFill>
              </a:defRPr>
            </a:lvl2pPr>
            <a:lvl3pPr lvl="2">
              <a:lnSpc>
                <a:spcPct val="100000"/>
              </a:lnSpc>
              <a:spcBef>
                <a:spcPts val="0"/>
              </a:spcBef>
              <a:spcAft>
                <a:spcPts val="0"/>
              </a:spcAft>
              <a:buClr>
                <a:schemeClr val="lt2"/>
              </a:buClr>
              <a:buSzPts val="1000"/>
              <a:buFont typeface="Space Grotesk"/>
              <a:buNone/>
              <a:defRPr sz="1000">
                <a:solidFill>
                  <a:schemeClr val="lt2"/>
                </a:solidFill>
              </a:defRPr>
            </a:lvl3pPr>
            <a:lvl4pPr lvl="3">
              <a:lnSpc>
                <a:spcPct val="100000"/>
              </a:lnSpc>
              <a:spcBef>
                <a:spcPts val="0"/>
              </a:spcBef>
              <a:spcAft>
                <a:spcPts val="0"/>
              </a:spcAft>
              <a:buClr>
                <a:schemeClr val="lt2"/>
              </a:buClr>
              <a:buSzPts val="1000"/>
              <a:buFont typeface="Space Grotesk"/>
              <a:buNone/>
              <a:defRPr sz="1000">
                <a:solidFill>
                  <a:schemeClr val="lt2"/>
                </a:solidFill>
              </a:defRPr>
            </a:lvl4pPr>
            <a:lvl5pPr lvl="4">
              <a:lnSpc>
                <a:spcPct val="100000"/>
              </a:lnSpc>
              <a:spcBef>
                <a:spcPts val="0"/>
              </a:spcBef>
              <a:spcAft>
                <a:spcPts val="0"/>
              </a:spcAft>
              <a:buClr>
                <a:schemeClr val="lt2"/>
              </a:buClr>
              <a:buSzPts val="1000"/>
              <a:buFont typeface="Space Grotesk"/>
              <a:buNone/>
              <a:defRPr sz="1000">
                <a:solidFill>
                  <a:schemeClr val="lt2"/>
                </a:solidFill>
              </a:defRPr>
            </a:lvl5pPr>
            <a:lvl6pPr lvl="5">
              <a:lnSpc>
                <a:spcPct val="100000"/>
              </a:lnSpc>
              <a:spcBef>
                <a:spcPts val="0"/>
              </a:spcBef>
              <a:spcAft>
                <a:spcPts val="0"/>
              </a:spcAft>
              <a:buClr>
                <a:schemeClr val="lt2"/>
              </a:buClr>
              <a:buSzPts val="1000"/>
              <a:buFont typeface="Space Grotesk"/>
              <a:buNone/>
              <a:defRPr sz="1000">
                <a:solidFill>
                  <a:schemeClr val="lt2"/>
                </a:solidFill>
              </a:defRPr>
            </a:lvl6pPr>
            <a:lvl7pPr lvl="6">
              <a:lnSpc>
                <a:spcPct val="100000"/>
              </a:lnSpc>
              <a:spcBef>
                <a:spcPts val="0"/>
              </a:spcBef>
              <a:spcAft>
                <a:spcPts val="0"/>
              </a:spcAft>
              <a:buClr>
                <a:schemeClr val="lt2"/>
              </a:buClr>
              <a:buSzPts val="1000"/>
              <a:buFont typeface="Space Grotesk"/>
              <a:buNone/>
              <a:defRPr sz="1000">
                <a:solidFill>
                  <a:schemeClr val="lt2"/>
                </a:solidFill>
              </a:defRPr>
            </a:lvl7pPr>
            <a:lvl8pPr lvl="7">
              <a:lnSpc>
                <a:spcPct val="100000"/>
              </a:lnSpc>
              <a:spcBef>
                <a:spcPts val="0"/>
              </a:spcBef>
              <a:spcAft>
                <a:spcPts val="0"/>
              </a:spcAft>
              <a:buClr>
                <a:schemeClr val="lt2"/>
              </a:buClr>
              <a:buSzPts val="1000"/>
              <a:buFont typeface="Space Grotesk"/>
              <a:buNone/>
              <a:defRPr sz="1000">
                <a:solidFill>
                  <a:schemeClr val="lt2"/>
                </a:solidFill>
              </a:defRPr>
            </a:lvl8pPr>
            <a:lvl9pPr lvl="8">
              <a:lnSpc>
                <a:spcPct val="100000"/>
              </a:lnSpc>
              <a:spcBef>
                <a:spcPts val="0"/>
              </a:spcBef>
              <a:spcAft>
                <a:spcPts val="0"/>
              </a:spcAft>
              <a:buClr>
                <a:schemeClr val="lt2"/>
              </a:buClr>
              <a:buSzPts val="1000"/>
              <a:buFont typeface="Space Grotesk"/>
              <a:buNone/>
              <a:defRPr sz="1000">
                <a:solidFill>
                  <a:schemeClr val="lt2"/>
                </a:solidFill>
              </a:defRPr>
            </a:lvl9pPr>
          </a:lstStyle>
          <a:p/>
        </p:txBody>
      </p:sp>
      <p:grpSp>
        <p:nvGrpSpPr>
          <p:cNvPr id="219" name="Google Shape;219;p13"/>
          <p:cNvGrpSpPr/>
          <p:nvPr/>
        </p:nvGrpSpPr>
        <p:grpSpPr>
          <a:xfrm>
            <a:off x="925470" y="348801"/>
            <a:ext cx="7293054" cy="3993059"/>
            <a:chOff x="238125" y="713000"/>
            <a:chExt cx="7143750" cy="4289000"/>
          </a:xfrm>
        </p:grpSpPr>
        <p:sp>
          <p:nvSpPr>
            <p:cNvPr id="220" name="Google Shape;220;p13"/>
            <p:cNvSpPr/>
            <p:nvPr/>
          </p:nvSpPr>
          <p:spPr>
            <a:xfrm>
              <a:off x="1952625" y="3233400"/>
              <a:ext cx="950200" cy="1768600"/>
            </a:xfrm>
            <a:custGeom>
              <a:rect b="b" l="l" r="r" t="t"/>
              <a:pathLst>
                <a:path extrusionOk="0" h="70744" w="38008">
                  <a:moveTo>
                    <a:pt x="0" y="0"/>
                  </a:moveTo>
                  <a:lnTo>
                    <a:pt x="0" y="3607"/>
                  </a:lnTo>
                  <a:lnTo>
                    <a:pt x="3718" y="3607"/>
                  </a:lnTo>
                  <a:lnTo>
                    <a:pt x="3718" y="11153"/>
                  </a:lnTo>
                  <a:lnTo>
                    <a:pt x="0" y="11153"/>
                  </a:lnTo>
                  <a:lnTo>
                    <a:pt x="0" y="18533"/>
                  </a:lnTo>
                  <a:lnTo>
                    <a:pt x="3773" y="18533"/>
                  </a:lnTo>
                  <a:lnTo>
                    <a:pt x="3773" y="25968"/>
                  </a:lnTo>
                  <a:lnTo>
                    <a:pt x="7602" y="25968"/>
                  </a:lnTo>
                  <a:lnTo>
                    <a:pt x="7602" y="29741"/>
                  </a:lnTo>
                  <a:lnTo>
                    <a:pt x="11375" y="29741"/>
                  </a:lnTo>
                  <a:lnTo>
                    <a:pt x="11375" y="33513"/>
                  </a:lnTo>
                  <a:lnTo>
                    <a:pt x="11375" y="37286"/>
                  </a:lnTo>
                  <a:lnTo>
                    <a:pt x="7602" y="37286"/>
                  </a:lnTo>
                  <a:lnTo>
                    <a:pt x="7602" y="70744"/>
                  </a:lnTo>
                  <a:lnTo>
                    <a:pt x="11375" y="70744"/>
                  </a:lnTo>
                  <a:lnTo>
                    <a:pt x="11375" y="63309"/>
                  </a:lnTo>
                  <a:lnTo>
                    <a:pt x="15203" y="63309"/>
                  </a:lnTo>
                  <a:lnTo>
                    <a:pt x="15203" y="52101"/>
                  </a:lnTo>
                  <a:lnTo>
                    <a:pt x="22805" y="52101"/>
                  </a:lnTo>
                  <a:lnTo>
                    <a:pt x="22805" y="44611"/>
                  </a:lnTo>
                  <a:lnTo>
                    <a:pt x="26578" y="44611"/>
                  </a:lnTo>
                  <a:lnTo>
                    <a:pt x="26578" y="33458"/>
                  </a:lnTo>
                  <a:lnTo>
                    <a:pt x="34235" y="33458"/>
                  </a:lnTo>
                  <a:lnTo>
                    <a:pt x="34235" y="22250"/>
                  </a:lnTo>
                  <a:lnTo>
                    <a:pt x="38008" y="22250"/>
                  </a:lnTo>
                  <a:lnTo>
                    <a:pt x="38008" y="14815"/>
                  </a:lnTo>
                  <a:lnTo>
                    <a:pt x="34235" y="14815"/>
                  </a:lnTo>
                  <a:lnTo>
                    <a:pt x="34235" y="11153"/>
                  </a:lnTo>
                  <a:lnTo>
                    <a:pt x="26578" y="11153"/>
                  </a:lnTo>
                  <a:lnTo>
                    <a:pt x="26578" y="7380"/>
                  </a:lnTo>
                  <a:lnTo>
                    <a:pt x="22749" y="7380"/>
                  </a:lnTo>
                  <a:lnTo>
                    <a:pt x="22749" y="3607"/>
                  </a:lnTo>
                  <a:lnTo>
                    <a:pt x="18976" y="3607"/>
                  </a:lnTo>
                  <a:lnTo>
                    <a:pt x="189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1" name="Google Shape;221;p13"/>
            <p:cNvSpPr/>
            <p:nvPr/>
          </p:nvSpPr>
          <p:spPr>
            <a:xfrm>
              <a:off x="5955875" y="3792400"/>
              <a:ext cx="756025" cy="835100"/>
            </a:xfrm>
            <a:custGeom>
              <a:rect b="b" l="l" r="r" t="t"/>
              <a:pathLst>
                <a:path extrusionOk="0" h="33404" w="30241">
                  <a:moveTo>
                    <a:pt x="11320" y="1"/>
                  </a:moveTo>
                  <a:lnTo>
                    <a:pt x="11320" y="3718"/>
                  </a:lnTo>
                  <a:lnTo>
                    <a:pt x="3719" y="3718"/>
                  </a:lnTo>
                  <a:lnTo>
                    <a:pt x="3719" y="7436"/>
                  </a:lnTo>
                  <a:lnTo>
                    <a:pt x="1" y="7436"/>
                  </a:lnTo>
                  <a:lnTo>
                    <a:pt x="1" y="25968"/>
                  </a:lnTo>
                  <a:lnTo>
                    <a:pt x="3663" y="25968"/>
                  </a:lnTo>
                  <a:lnTo>
                    <a:pt x="3663" y="22361"/>
                  </a:lnTo>
                  <a:lnTo>
                    <a:pt x="15149" y="22361"/>
                  </a:lnTo>
                  <a:lnTo>
                    <a:pt x="15149" y="26024"/>
                  </a:lnTo>
                  <a:lnTo>
                    <a:pt x="18922" y="26024"/>
                  </a:lnTo>
                  <a:lnTo>
                    <a:pt x="18922" y="29741"/>
                  </a:lnTo>
                  <a:lnTo>
                    <a:pt x="22750" y="29741"/>
                  </a:lnTo>
                  <a:lnTo>
                    <a:pt x="22750" y="33403"/>
                  </a:lnTo>
                  <a:lnTo>
                    <a:pt x="26579" y="33403"/>
                  </a:lnTo>
                  <a:lnTo>
                    <a:pt x="26579" y="22251"/>
                  </a:lnTo>
                  <a:lnTo>
                    <a:pt x="30241" y="22251"/>
                  </a:lnTo>
                  <a:lnTo>
                    <a:pt x="30241" y="11098"/>
                  </a:lnTo>
                  <a:lnTo>
                    <a:pt x="26523" y="11098"/>
                  </a:lnTo>
                  <a:lnTo>
                    <a:pt x="26523" y="7381"/>
                  </a:lnTo>
                  <a:lnTo>
                    <a:pt x="22695" y="7381"/>
                  </a:lnTo>
                  <a:lnTo>
                    <a:pt x="22695" y="1"/>
                  </a:lnTo>
                  <a:lnTo>
                    <a:pt x="18866" y="1"/>
                  </a:lnTo>
                  <a:lnTo>
                    <a:pt x="18866" y="3663"/>
                  </a:lnTo>
                  <a:lnTo>
                    <a:pt x="15093" y="3663"/>
                  </a:lnTo>
                  <a:lnTo>
                    <a:pt x="150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2" name="Google Shape;222;p13"/>
            <p:cNvSpPr/>
            <p:nvPr/>
          </p:nvSpPr>
          <p:spPr>
            <a:xfrm>
              <a:off x="5858775" y="3324950"/>
              <a:ext cx="283025" cy="277450"/>
            </a:xfrm>
            <a:custGeom>
              <a:rect b="b" l="l" r="r" t="t"/>
              <a:pathLst>
                <a:path extrusionOk="0" h="11098" w="11321">
                  <a:moveTo>
                    <a:pt x="3774" y="0"/>
                  </a:moveTo>
                  <a:lnTo>
                    <a:pt x="3774" y="3773"/>
                  </a:lnTo>
                  <a:lnTo>
                    <a:pt x="1" y="3773"/>
                  </a:lnTo>
                  <a:lnTo>
                    <a:pt x="1" y="11098"/>
                  </a:lnTo>
                  <a:lnTo>
                    <a:pt x="3774" y="11098"/>
                  </a:lnTo>
                  <a:lnTo>
                    <a:pt x="3774" y="7380"/>
                  </a:lnTo>
                  <a:lnTo>
                    <a:pt x="11320" y="7380"/>
                  </a:lnTo>
                  <a:lnTo>
                    <a:pt x="11320" y="3663"/>
                  </a:lnTo>
                  <a:lnTo>
                    <a:pt x="7492" y="3663"/>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3" name="Google Shape;223;p13"/>
            <p:cNvSpPr/>
            <p:nvPr/>
          </p:nvSpPr>
          <p:spPr>
            <a:xfrm>
              <a:off x="1762575" y="2953200"/>
              <a:ext cx="187300" cy="274675"/>
            </a:xfrm>
            <a:custGeom>
              <a:rect b="b" l="l" r="r" t="t"/>
              <a:pathLst>
                <a:path extrusionOk="0" h="10987" w="7492">
                  <a:moveTo>
                    <a:pt x="0" y="0"/>
                  </a:moveTo>
                  <a:lnTo>
                    <a:pt x="0" y="7380"/>
                  </a:lnTo>
                  <a:lnTo>
                    <a:pt x="3774" y="7380"/>
                  </a:lnTo>
                  <a:lnTo>
                    <a:pt x="3774" y="10987"/>
                  </a:lnTo>
                  <a:lnTo>
                    <a:pt x="7491" y="10987"/>
                  </a:lnTo>
                  <a:lnTo>
                    <a:pt x="7491" y="3662"/>
                  </a:lnTo>
                  <a:lnTo>
                    <a:pt x="3718" y="366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4" name="Google Shape;224;p13"/>
            <p:cNvSpPr/>
            <p:nvPr/>
          </p:nvSpPr>
          <p:spPr>
            <a:xfrm>
              <a:off x="6716050" y="1832400"/>
              <a:ext cx="187275" cy="277450"/>
            </a:xfrm>
            <a:custGeom>
              <a:rect b="b" l="l" r="r" t="t"/>
              <a:pathLst>
                <a:path extrusionOk="0" h="11098" w="7491">
                  <a:moveTo>
                    <a:pt x="3773" y="0"/>
                  </a:moveTo>
                  <a:lnTo>
                    <a:pt x="3773" y="3773"/>
                  </a:lnTo>
                  <a:lnTo>
                    <a:pt x="0" y="3773"/>
                  </a:lnTo>
                  <a:lnTo>
                    <a:pt x="0" y="11098"/>
                  </a:lnTo>
                  <a:lnTo>
                    <a:pt x="3718" y="11098"/>
                  </a:lnTo>
                  <a:lnTo>
                    <a:pt x="3718" y="7380"/>
                  </a:lnTo>
                  <a:lnTo>
                    <a:pt x="7491" y="7380"/>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5" name="Google Shape;225;p13"/>
            <p:cNvSpPr/>
            <p:nvPr/>
          </p:nvSpPr>
          <p:spPr>
            <a:xfrm>
              <a:off x="4524375" y="3886725"/>
              <a:ext cx="91575" cy="274700"/>
            </a:xfrm>
            <a:custGeom>
              <a:rect b="b" l="l" r="r" t="t"/>
              <a:pathLst>
                <a:path extrusionOk="0" h="10988" w="3663">
                  <a:moveTo>
                    <a:pt x="0" y="1"/>
                  </a:moveTo>
                  <a:lnTo>
                    <a:pt x="0" y="10987"/>
                  </a:lnTo>
                  <a:lnTo>
                    <a:pt x="3662" y="1098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6" name="Google Shape;226;p13"/>
            <p:cNvSpPr/>
            <p:nvPr/>
          </p:nvSpPr>
          <p:spPr>
            <a:xfrm>
              <a:off x="5477325" y="807300"/>
              <a:ext cx="187300" cy="181750"/>
            </a:xfrm>
            <a:custGeom>
              <a:rect b="b" l="l" r="r" t="t"/>
              <a:pathLst>
                <a:path extrusionOk="0" h="7270" w="7492">
                  <a:moveTo>
                    <a:pt x="1" y="1"/>
                  </a:moveTo>
                  <a:lnTo>
                    <a:pt x="1" y="7270"/>
                  </a:lnTo>
                  <a:lnTo>
                    <a:pt x="7491" y="7270"/>
                  </a:lnTo>
                  <a:lnTo>
                    <a:pt x="7491" y="3608"/>
                  </a:lnTo>
                  <a:lnTo>
                    <a:pt x="3718" y="3608"/>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7" name="Google Shape;227;p13"/>
            <p:cNvSpPr/>
            <p:nvPr/>
          </p:nvSpPr>
          <p:spPr>
            <a:xfrm>
              <a:off x="1951225" y="2765925"/>
              <a:ext cx="94350" cy="183150"/>
            </a:xfrm>
            <a:custGeom>
              <a:rect b="b" l="l" r="r" t="t"/>
              <a:pathLst>
                <a:path extrusionOk="0" h="7326" w="3774">
                  <a:moveTo>
                    <a:pt x="1" y="1"/>
                  </a:moveTo>
                  <a:lnTo>
                    <a:pt x="1" y="7325"/>
                  </a:lnTo>
                  <a:lnTo>
                    <a:pt x="3774" y="7325"/>
                  </a:lnTo>
                  <a:lnTo>
                    <a:pt x="37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8" name="Google Shape;228;p13"/>
            <p:cNvSpPr/>
            <p:nvPr/>
          </p:nvSpPr>
          <p:spPr>
            <a:xfrm>
              <a:off x="3859925" y="900250"/>
              <a:ext cx="91575" cy="183125"/>
            </a:xfrm>
            <a:custGeom>
              <a:rect b="b" l="l" r="r" t="t"/>
              <a:pathLst>
                <a:path extrusionOk="0" h="7325" w="3663">
                  <a:moveTo>
                    <a:pt x="0" y="0"/>
                  </a:moveTo>
                  <a:lnTo>
                    <a:pt x="0" y="7325"/>
                  </a:lnTo>
                  <a:lnTo>
                    <a:pt x="3552" y="7325"/>
                  </a:lnTo>
                  <a:lnTo>
                    <a:pt x="3607" y="6770"/>
                  </a:lnTo>
                  <a:lnTo>
                    <a:pt x="3663" y="5826"/>
                  </a:lnTo>
                  <a:lnTo>
                    <a:pt x="3663" y="3496"/>
                  </a:lnTo>
                  <a:lnTo>
                    <a:pt x="3607" y="1221"/>
                  </a:lnTo>
                  <a:lnTo>
                    <a:pt x="3552" y="389"/>
                  </a:lnTo>
                  <a:lnTo>
                    <a:pt x="34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29" name="Google Shape;229;p13"/>
            <p:cNvSpPr/>
            <p:nvPr/>
          </p:nvSpPr>
          <p:spPr>
            <a:xfrm>
              <a:off x="7097500" y="4444350"/>
              <a:ext cx="92950" cy="183150"/>
            </a:xfrm>
            <a:custGeom>
              <a:rect b="b" l="l" r="r" t="t"/>
              <a:pathLst>
                <a:path extrusionOk="0" h="7326" w="3718">
                  <a:moveTo>
                    <a:pt x="1" y="1"/>
                  </a:moveTo>
                  <a:lnTo>
                    <a:pt x="1" y="7325"/>
                  </a:lnTo>
                  <a:lnTo>
                    <a:pt x="3718" y="7325"/>
                  </a:lnTo>
                  <a:lnTo>
                    <a:pt x="3718" y="5494"/>
                  </a:lnTo>
                  <a:lnTo>
                    <a:pt x="3718" y="3663"/>
                  </a:lnTo>
                  <a:lnTo>
                    <a:pt x="3718" y="183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0" name="Google Shape;230;p13"/>
            <p:cNvSpPr/>
            <p:nvPr/>
          </p:nvSpPr>
          <p:spPr>
            <a:xfrm>
              <a:off x="3477075" y="1832400"/>
              <a:ext cx="91575" cy="184525"/>
            </a:xfrm>
            <a:custGeom>
              <a:rect b="b" l="l" r="r" t="t"/>
              <a:pathLst>
                <a:path extrusionOk="0" h="7381" w="3663">
                  <a:moveTo>
                    <a:pt x="1" y="0"/>
                  </a:moveTo>
                  <a:lnTo>
                    <a:pt x="1" y="7380"/>
                  </a:lnTo>
                  <a:lnTo>
                    <a:pt x="3663" y="7380"/>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1" name="Google Shape;231;p13"/>
            <p:cNvSpPr/>
            <p:nvPr/>
          </p:nvSpPr>
          <p:spPr>
            <a:xfrm>
              <a:off x="3191325" y="1553575"/>
              <a:ext cx="187300" cy="88825"/>
            </a:xfrm>
            <a:custGeom>
              <a:rect b="b" l="l" r="r" t="t"/>
              <a:pathLst>
                <a:path extrusionOk="0" h="3553" w="7492">
                  <a:moveTo>
                    <a:pt x="0" y="1"/>
                  </a:moveTo>
                  <a:lnTo>
                    <a:pt x="0" y="3552"/>
                  </a:lnTo>
                  <a:lnTo>
                    <a:pt x="7491" y="3552"/>
                  </a:lnTo>
                  <a:lnTo>
                    <a:pt x="74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2" name="Google Shape;232;p13"/>
            <p:cNvSpPr/>
            <p:nvPr/>
          </p:nvSpPr>
          <p:spPr>
            <a:xfrm>
              <a:off x="6430275" y="3605150"/>
              <a:ext cx="187300" cy="90200"/>
            </a:xfrm>
            <a:custGeom>
              <a:rect b="b" l="l" r="r" t="t"/>
              <a:pathLst>
                <a:path extrusionOk="0" h="3608" w="7492">
                  <a:moveTo>
                    <a:pt x="1" y="0"/>
                  </a:moveTo>
                  <a:lnTo>
                    <a:pt x="1" y="3607"/>
                  </a:lnTo>
                  <a:lnTo>
                    <a:pt x="7492" y="3607"/>
                  </a:lnTo>
                  <a:lnTo>
                    <a:pt x="74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3" name="Google Shape;233;p13"/>
            <p:cNvSpPr/>
            <p:nvPr/>
          </p:nvSpPr>
          <p:spPr>
            <a:xfrm>
              <a:off x="6240250" y="3513600"/>
              <a:ext cx="187300" cy="88800"/>
            </a:xfrm>
            <a:custGeom>
              <a:rect b="b" l="l" r="r" t="t"/>
              <a:pathLst>
                <a:path extrusionOk="0" h="3552" w="7492">
                  <a:moveTo>
                    <a:pt x="0" y="0"/>
                  </a:moveTo>
                  <a:lnTo>
                    <a:pt x="0" y="3552"/>
                  </a:lnTo>
                  <a:lnTo>
                    <a:pt x="7491" y="3552"/>
                  </a:lnTo>
                  <a:lnTo>
                    <a:pt x="7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4" name="Google Shape;234;p13"/>
            <p:cNvSpPr/>
            <p:nvPr/>
          </p:nvSpPr>
          <p:spPr>
            <a:xfrm>
              <a:off x="2142650" y="29532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5" name="Google Shape;235;p13"/>
            <p:cNvSpPr/>
            <p:nvPr/>
          </p:nvSpPr>
          <p:spPr>
            <a:xfrm>
              <a:off x="4048575" y="898875"/>
              <a:ext cx="92975" cy="90175"/>
            </a:xfrm>
            <a:custGeom>
              <a:rect b="b" l="l" r="r" t="t"/>
              <a:pathLst>
                <a:path extrusionOk="0" h="3607" w="3719">
                  <a:moveTo>
                    <a:pt x="1" y="0"/>
                  </a:moveTo>
                  <a:lnTo>
                    <a:pt x="1" y="3607"/>
                  </a:lnTo>
                  <a:lnTo>
                    <a:pt x="3718" y="3607"/>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6" name="Google Shape;236;p13"/>
            <p:cNvSpPr/>
            <p:nvPr/>
          </p:nvSpPr>
          <p:spPr>
            <a:xfrm>
              <a:off x="5191575" y="3233400"/>
              <a:ext cx="92975" cy="88800"/>
            </a:xfrm>
            <a:custGeom>
              <a:rect b="b" l="l" r="r" t="t"/>
              <a:pathLst>
                <a:path extrusionOk="0" h="3552" w="3719">
                  <a:moveTo>
                    <a:pt x="1" y="0"/>
                  </a:moveTo>
                  <a:lnTo>
                    <a:pt x="1"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7" name="Google Shape;237;p13"/>
            <p:cNvSpPr/>
            <p:nvPr/>
          </p:nvSpPr>
          <p:spPr>
            <a:xfrm>
              <a:off x="7001800" y="4631625"/>
              <a:ext cx="91575" cy="90175"/>
            </a:xfrm>
            <a:custGeom>
              <a:rect b="b" l="l" r="r" t="t"/>
              <a:pathLst>
                <a:path extrusionOk="0" h="3607" w="3663">
                  <a:moveTo>
                    <a:pt x="0" y="0"/>
                  </a:moveTo>
                  <a:lnTo>
                    <a:pt x="0" y="3607"/>
                  </a:lnTo>
                  <a:lnTo>
                    <a:pt x="3662" y="3607"/>
                  </a:lnTo>
                  <a:lnTo>
                    <a:pt x="3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8" name="Google Shape;238;p13"/>
            <p:cNvSpPr/>
            <p:nvPr/>
          </p:nvSpPr>
          <p:spPr>
            <a:xfrm>
              <a:off x="5573025" y="3419275"/>
              <a:ext cx="91600" cy="88800"/>
            </a:xfrm>
            <a:custGeom>
              <a:rect b="b" l="l" r="r" t="t"/>
              <a:pathLst>
                <a:path extrusionOk="0" h="3552" w="3664">
                  <a:moveTo>
                    <a:pt x="1" y="0"/>
                  </a:moveTo>
                  <a:lnTo>
                    <a:pt x="1" y="3552"/>
                  </a:lnTo>
                  <a:lnTo>
                    <a:pt x="3663" y="3552"/>
                  </a:lnTo>
                  <a:lnTo>
                    <a:pt x="36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39" name="Google Shape;239;p13"/>
            <p:cNvSpPr/>
            <p:nvPr/>
          </p:nvSpPr>
          <p:spPr>
            <a:xfrm>
              <a:off x="6240250" y="2580050"/>
              <a:ext cx="92975" cy="88825"/>
            </a:xfrm>
            <a:custGeom>
              <a:rect b="b" l="l" r="r" t="t"/>
              <a:pathLst>
                <a:path extrusionOk="0" h="3553" w="3719">
                  <a:moveTo>
                    <a:pt x="0" y="1"/>
                  </a:moveTo>
                  <a:lnTo>
                    <a:pt x="0" y="3552"/>
                  </a:lnTo>
                  <a:lnTo>
                    <a:pt x="3718" y="3552"/>
                  </a:lnTo>
                  <a:lnTo>
                    <a:pt x="37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0" name="Google Shape;240;p13"/>
            <p:cNvSpPr/>
            <p:nvPr/>
          </p:nvSpPr>
          <p:spPr>
            <a:xfrm>
              <a:off x="3381375" y="2018275"/>
              <a:ext cx="91575" cy="90200"/>
            </a:xfrm>
            <a:custGeom>
              <a:rect b="b" l="l" r="r" t="t"/>
              <a:pathLst>
                <a:path extrusionOk="0" h="3608" w="3663">
                  <a:moveTo>
                    <a:pt x="0" y="1"/>
                  </a:moveTo>
                  <a:lnTo>
                    <a:pt x="0" y="3607"/>
                  </a:lnTo>
                  <a:lnTo>
                    <a:pt x="3662" y="3607"/>
                  </a:lnTo>
                  <a:lnTo>
                    <a:pt x="3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1" name="Google Shape;241;p13"/>
            <p:cNvSpPr/>
            <p:nvPr/>
          </p:nvSpPr>
          <p:spPr>
            <a:xfrm>
              <a:off x="1191075" y="993175"/>
              <a:ext cx="91575" cy="90200"/>
            </a:xfrm>
            <a:custGeom>
              <a:rect b="b" l="l" r="r" t="t"/>
              <a:pathLst>
                <a:path extrusionOk="0" h="3608" w="3663">
                  <a:moveTo>
                    <a:pt x="0" y="1"/>
                  </a:moveTo>
                  <a:lnTo>
                    <a:pt x="0" y="3608"/>
                  </a:lnTo>
                  <a:lnTo>
                    <a:pt x="3663" y="3608"/>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2" name="Google Shape;242;p13"/>
            <p:cNvSpPr/>
            <p:nvPr/>
          </p:nvSpPr>
          <p:spPr>
            <a:xfrm>
              <a:off x="3572775" y="2019650"/>
              <a:ext cx="91600" cy="88825"/>
            </a:xfrm>
            <a:custGeom>
              <a:rect b="b" l="l" r="r" t="t"/>
              <a:pathLst>
                <a:path extrusionOk="0" h="3553" w="3664">
                  <a:moveTo>
                    <a:pt x="1" y="1"/>
                  </a:moveTo>
                  <a:lnTo>
                    <a:pt x="1" y="3552"/>
                  </a:lnTo>
                  <a:lnTo>
                    <a:pt x="3663" y="3552"/>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3" name="Google Shape;243;p13"/>
            <p:cNvSpPr/>
            <p:nvPr/>
          </p:nvSpPr>
          <p:spPr>
            <a:xfrm>
              <a:off x="6908850" y="3976900"/>
              <a:ext cx="88800" cy="92950"/>
            </a:xfrm>
            <a:custGeom>
              <a:rect b="b" l="l" r="r" t="t"/>
              <a:pathLst>
                <a:path extrusionOk="0" h="3718" w="3552">
                  <a:moveTo>
                    <a:pt x="833" y="1"/>
                  </a:moveTo>
                  <a:lnTo>
                    <a:pt x="0" y="56"/>
                  </a:lnTo>
                  <a:lnTo>
                    <a:pt x="0" y="3718"/>
                  </a:lnTo>
                  <a:lnTo>
                    <a:pt x="3552" y="3718"/>
                  </a:lnTo>
                  <a:lnTo>
                    <a:pt x="3552" y="56"/>
                  </a:lnTo>
                  <a:lnTo>
                    <a:pt x="17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4" name="Google Shape;244;p13"/>
            <p:cNvSpPr/>
            <p:nvPr/>
          </p:nvSpPr>
          <p:spPr>
            <a:xfrm>
              <a:off x="4811500" y="1086125"/>
              <a:ext cx="91575" cy="90200"/>
            </a:xfrm>
            <a:custGeom>
              <a:rect b="b" l="l" r="r" t="t"/>
              <a:pathLst>
                <a:path extrusionOk="0" h="3608" w="3663">
                  <a:moveTo>
                    <a:pt x="0" y="1"/>
                  </a:moveTo>
                  <a:lnTo>
                    <a:pt x="0" y="3607"/>
                  </a:lnTo>
                  <a:lnTo>
                    <a:pt x="3663" y="3607"/>
                  </a:lnTo>
                  <a:lnTo>
                    <a:pt x="36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5" name="Google Shape;245;p13"/>
            <p:cNvSpPr/>
            <p:nvPr/>
          </p:nvSpPr>
          <p:spPr>
            <a:xfrm>
              <a:off x="5668750" y="3512200"/>
              <a:ext cx="90200" cy="90200"/>
            </a:xfrm>
            <a:custGeom>
              <a:rect b="b" l="l" r="r" t="t"/>
              <a:pathLst>
                <a:path extrusionOk="0" h="3608" w="3608">
                  <a:moveTo>
                    <a:pt x="0" y="1"/>
                  </a:moveTo>
                  <a:lnTo>
                    <a:pt x="0" y="3608"/>
                  </a:lnTo>
                  <a:lnTo>
                    <a:pt x="3607" y="3608"/>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6" name="Google Shape;246;p13"/>
            <p:cNvSpPr/>
            <p:nvPr/>
          </p:nvSpPr>
          <p:spPr>
            <a:xfrm>
              <a:off x="5761700" y="3605150"/>
              <a:ext cx="92950" cy="88800"/>
            </a:xfrm>
            <a:custGeom>
              <a:rect b="b" l="l" r="r" t="t"/>
              <a:pathLst>
                <a:path extrusionOk="0" h="3552" w="3718">
                  <a:moveTo>
                    <a:pt x="56" y="0"/>
                  </a:moveTo>
                  <a:lnTo>
                    <a:pt x="0" y="1776"/>
                  </a:lnTo>
                  <a:lnTo>
                    <a:pt x="56" y="3552"/>
                  </a:lnTo>
                  <a:lnTo>
                    <a:pt x="3718" y="3552"/>
                  </a:ln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7" name="Google Shape;247;p13"/>
            <p:cNvSpPr/>
            <p:nvPr/>
          </p:nvSpPr>
          <p:spPr>
            <a:xfrm>
              <a:off x="4717175" y="805925"/>
              <a:ext cx="90200" cy="91575"/>
            </a:xfrm>
            <a:custGeom>
              <a:rect b="b" l="l" r="r" t="t"/>
              <a:pathLst>
                <a:path extrusionOk="0" h="3663" w="3608">
                  <a:moveTo>
                    <a:pt x="0" y="1"/>
                  </a:moveTo>
                  <a:lnTo>
                    <a:pt x="0" y="3663"/>
                  </a:lnTo>
                  <a:lnTo>
                    <a:pt x="3607" y="3663"/>
                  </a:lnTo>
                  <a:lnTo>
                    <a:pt x="3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8" name="Google Shape;248;p13"/>
            <p:cNvSpPr/>
            <p:nvPr/>
          </p:nvSpPr>
          <p:spPr>
            <a:xfrm>
              <a:off x="4715775" y="1180450"/>
              <a:ext cx="90200" cy="88800"/>
            </a:xfrm>
            <a:custGeom>
              <a:rect b="b" l="l" r="r" t="t"/>
              <a:pathLst>
                <a:path extrusionOk="0" h="3552" w="3608">
                  <a:moveTo>
                    <a:pt x="1" y="0"/>
                  </a:moveTo>
                  <a:lnTo>
                    <a:pt x="1" y="3552"/>
                  </a:lnTo>
                  <a:lnTo>
                    <a:pt x="3608" y="3552"/>
                  </a:lnTo>
                  <a:lnTo>
                    <a:pt x="360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49" name="Google Shape;249;p13"/>
            <p:cNvSpPr/>
            <p:nvPr/>
          </p:nvSpPr>
          <p:spPr>
            <a:xfrm>
              <a:off x="4618700" y="1273375"/>
              <a:ext cx="94350" cy="90200"/>
            </a:xfrm>
            <a:custGeom>
              <a:rect b="b" l="l" r="r" t="t"/>
              <a:pathLst>
                <a:path extrusionOk="0" h="3608" w="3774">
                  <a:moveTo>
                    <a:pt x="0" y="1"/>
                  </a:moveTo>
                  <a:lnTo>
                    <a:pt x="0" y="3608"/>
                  </a:lnTo>
                  <a:lnTo>
                    <a:pt x="3773" y="3608"/>
                  </a:lnTo>
                  <a:lnTo>
                    <a:pt x="3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0" name="Google Shape;250;p13"/>
            <p:cNvSpPr/>
            <p:nvPr/>
          </p:nvSpPr>
          <p:spPr>
            <a:xfrm>
              <a:off x="238125" y="713000"/>
              <a:ext cx="3140500" cy="2329000"/>
            </a:xfrm>
            <a:custGeom>
              <a:rect b="b" l="l" r="r" t="t"/>
              <a:pathLst>
                <a:path extrusionOk="0" h="93160" w="125620">
                  <a:moveTo>
                    <a:pt x="64696" y="18643"/>
                  </a:moveTo>
                  <a:lnTo>
                    <a:pt x="64696" y="22305"/>
                  </a:lnTo>
                  <a:lnTo>
                    <a:pt x="60923" y="22305"/>
                  </a:lnTo>
                  <a:lnTo>
                    <a:pt x="60923" y="18643"/>
                  </a:lnTo>
                  <a:close/>
                  <a:moveTo>
                    <a:pt x="64696" y="26133"/>
                  </a:moveTo>
                  <a:lnTo>
                    <a:pt x="64696" y="29796"/>
                  </a:lnTo>
                  <a:lnTo>
                    <a:pt x="60923" y="29796"/>
                  </a:lnTo>
                  <a:lnTo>
                    <a:pt x="60923" y="26133"/>
                  </a:lnTo>
                  <a:close/>
                  <a:moveTo>
                    <a:pt x="68525" y="0"/>
                  </a:moveTo>
                  <a:lnTo>
                    <a:pt x="68525" y="3718"/>
                  </a:lnTo>
                  <a:lnTo>
                    <a:pt x="57150" y="3718"/>
                  </a:lnTo>
                  <a:lnTo>
                    <a:pt x="57150" y="11097"/>
                  </a:lnTo>
                  <a:lnTo>
                    <a:pt x="64696" y="11097"/>
                  </a:lnTo>
                  <a:lnTo>
                    <a:pt x="64696" y="14926"/>
                  </a:lnTo>
                  <a:lnTo>
                    <a:pt x="53377" y="14926"/>
                  </a:lnTo>
                  <a:lnTo>
                    <a:pt x="53377" y="26078"/>
                  </a:lnTo>
                  <a:lnTo>
                    <a:pt x="57095" y="26078"/>
                  </a:lnTo>
                  <a:lnTo>
                    <a:pt x="57095" y="29796"/>
                  </a:lnTo>
                  <a:lnTo>
                    <a:pt x="53211" y="29796"/>
                  </a:lnTo>
                  <a:lnTo>
                    <a:pt x="53211" y="26078"/>
                  </a:lnTo>
                  <a:lnTo>
                    <a:pt x="49438" y="26078"/>
                  </a:lnTo>
                  <a:lnTo>
                    <a:pt x="49438" y="22416"/>
                  </a:lnTo>
                  <a:lnTo>
                    <a:pt x="41836" y="22416"/>
                  </a:lnTo>
                  <a:lnTo>
                    <a:pt x="41836" y="29740"/>
                  </a:lnTo>
                  <a:lnTo>
                    <a:pt x="38063" y="29740"/>
                  </a:lnTo>
                  <a:lnTo>
                    <a:pt x="38063" y="22250"/>
                  </a:lnTo>
                  <a:lnTo>
                    <a:pt x="41781" y="22250"/>
                  </a:lnTo>
                  <a:lnTo>
                    <a:pt x="41781" y="18698"/>
                  </a:lnTo>
                  <a:lnTo>
                    <a:pt x="34179" y="18698"/>
                  </a:lnTo>
                  <a:lnTo>
                    <a:pt x="34179" y="26133"/>
                  </a:lnTo>
                  <a:lnTo>
                    <a:pt x="26578" y="26133"/>
                  </a:lnTo>
                  <a:lnTo>
                    <a:pt x="26578" y="29796"/>
                  </a:lnTo>
                  <a:lnTo>
                    <a:pt x="22749" y="29796"/>
                  </a:lnTo>
                  <a:lnTo>
                    <a:pt x="22749" y="26133"/>
                  </a:lnTo>
                  <a:lnTo>
                    <a:pt x="3773" y="26133"/>
                  </a:lnTo>
                  <a:lnTo>
                    <a:pt x="3773" y="33569"/>
                  </a:lnTo>
                  <a:lnTo>
                    <a:pt x="0" y="33569"/>
                  </a:lnTo>
                  <a:lnTo>
                    <a:pt x="0" y="44776"/>
                  </a:lnTo>
                  <a:lnTo>
                    <a:pt x="7602" y="44776"/>
                  </a:lnTo>
                  <a:lnTo>
                    <a:pt x="7602" y="48383"/>
                  </a:lnTo>
                  <a:lnTo>
                    <a:pt x="11319" y="48383"/>
                  </a:lnTo>
                  <a:lnTo>
                    <a:pt x="11319" y="44721"/>
                  </a:lnTo>
                  <a:lnTo>
                    <a:pt x="15148" y="44721"/>
                  </a:lnTo>
                  <a:lnTo>
                    <a:pt x="15148" y="41004"/>
                  </a:lnTo>
                  <a:lnTo>
                    <a:pt x="19032" y="41004"/>
                  </a:lnTo>
                  <a:lnTo>
                    <a:pt x="19032" y="44721"/>
                  </a:lnTo>
                  <a:lnTo>
                    <a:pt x="26633" y="44721"/>
                  </a:lnTo>
                  <a:lnTo>
                    <a:pt x="26633" y="52212"/>
                  </a:lnTo>
                  <a:lnTo>
                    <a:pt x="30462" y="52212"/>
                  </a:lnTo>
                  <a:lnTo>
                    <a:pt x="30462" y="55929"/>
                  </a:lnTo>
                  <a:lnTo>
                    <a:pt x="34235" y="55929"/>
                  </a:lnTo>
                  <a:lnTo>
                    <a:pt x="34235" y="60978"/>
                  </a:lnTo>
                  <a:lnTo>
                    <a:pt x="34235" y="65861"/>
                  </a:lnTo>
                  <a:lnTo>
                    <a:pt x="34235" y="68358"/>
                  </a:lnTo>
                  <a:lnTo>
                    <a:pt x="34235" y="70855"/>
                  </a:lnTo>
                  <a:lnTo>
                    <a:pt x="38008" y="70855"/>
                  </a:lnTo>
                  <a:lnTo>
                    <a:pt x="38008" y="74627"/>
                  </a:lnTo>
                  <a:lnTo>
                    <a:pt x="38063" y="78290"/>
                  </a:lnTo>
                  <a:lnTo>
                    <a:pt x="41892" y="78290"/>
                  </a:lnTo>
                  <a:lnTo>
                    <a:pt x="41892" y="85780"/>
                  </a:lnTo>
                  <a:lnTo>
                    <a:pt x="49548" y="85780"/>
                  </a:lnTo>
                  <a:lnTo>
                    <a:pt x="49548" y="93160"/>
                  </a:lnTo>
                  <a:lnTo>
                    <a:pt x="57095" y="93160"/>
                  </a:lnTo>
                  <a:lnTo>
                    <a:pt x="57095" y="82007"/>
                  </a:lnTo>
                  <a:lnTo>
                    <a:pt x="58759" y="82007"/>
                  </a:lnTo>
                  <a:lnTo>
                    <a:pt x="68525" y="82118"/>
                  </a:lnTo>
                  <a:lnTo>
                    <a:pt x="68525" y="78290"/>
                  </a:lnTo>
                  <a:lnTo>
                    <a:pt x="72353" y="78290"/>
                  </a:lnTo>
                  <a:lnTo>
                    <a:pt x="72353" y="74517"/>
                  </a:lnTo>
                  <a:lnTo>
                    <a:pt x="76182" y="74517"/>
                  </a:lnTo>
                  <a:lnTo>
                    <a:pt x="76182" y="67082"/>
                  </a:lnTo>
                  <a:lnTo>
                    <a:pt x="79955" y="67082"/>
                  </a:lnTo>
                  <a:lnTo>
                    <a:pt x="79955" y="63364"/>
                  </a:lnTo>
                  <a:lnTo>
                    <a:pt x="83672" y="63364"/>
                  </a:lnTo>
                  <a:lnTo>
                    <a:pt x="83672" y="59647"/>
                  </a:lnTo>
                  <a:lnTo>
                    <a:pt x="79955" y="59647"/>
                  </a:lnTo>
                  <a:lnTo>
                    <a:pt x="79955" y="55929"/>
                  </a:lnTo>
                  <a:lnTo>
                    <a:pt x="87612" y="55929"/>
                  </a:lnTo>
                  <a:lnTo>
                    <a:pt x="87612" y="59591"/>
                  </a:lnTo>
                  <a:lnTo>
                    <a:pt x="91274" y="59591"/>
                  </a:lnTo>
                  <a:lnTo>
                    <a:pt x="91274" y="52212"/>
                  </a:lnTo>
                  <a:lnTo>
                    <a:pt x="87501" y="52212"/>
                  </a:lnTo>
                  <a:lnTo>
                    <a:pt x="87501" y="44776"/>
                  </a:lnTo>
                  <a:lnTo>
                    <a:pt x="79899" y="44776"/>
                  </a:lnTo>
                  <a:lnTo>
                    <a:pt x="79899" y="41059"/>
                  </a:lnTo>
                  <a:lnTo>
                    <a:pt x="72298" y="41059"/>
                  </a:lnTo>
                  <a:lnTo>
                    <a:pt x="72298" y="55929"/>
                  </a:lnTo>
                  <a:lnTo>
                    <a:pt x="68525" y="55929"/>
                  </a:lnTo>
                  <a:lnTo>
                    <a:pt x="68525" y="48494"/>
                  </a:lnTo>
                  <a:lnTo>
                    <a:pt x="60812" y="48494"/>
                  </a:lnTo>
                  <a:lnTo>
                    <a:pt x="60812" y="44721"/>
                  </a:lnTo>
                  <a:lnTo>
                    <a:pt x="57095" y="44721"/>
                  </a:lnTo>
                  <a:lnTo>
                    <a:pt x="57095" y="40948"/>
                  </a:lnTo>
                  <a:lnTo>
                    <a:pt x="60868" y="40948"/>
                  </a:lnTo>
                  <a:lnTo>
                    <a:pt x="60868" y="37231"/>
                  </a:lnTo>
                  <a:lnTo>
                    <a:pt x="68525" y="37231"/>
                  </a:lnTo>
                  <a:lnTo>
                    <a:pt x="68525" y="26133"/>
                  </a:lnTo>
                  <a:lnTo>
                    <a:pt x="72353" y="26133"/>
                  </a:lnTo>
                  <a:lnTo>
                    <a:pt x="72353" y="37231"/>
                  </a:lnTo>
                  <a:lnTo>
                    <a:pt x="79955" y="37231"/>
                  </a:lnTo>
                  <a:lnTo>
                    <a:pt x="79955" y="40893"/>
                  </a:lnTo>
                  <a:lnTo>
                    <a:pt x="83672" y="40893"/>
                  </a:lnTo>
                  <a:lnTo>
                    <a:pt x="83672" y="29796"/>
                  </a:lnTo>
                  <a:lnTo>
                    <a:pt x="79899" y="29796"/>
                  </a:lnTo>
                  <a:lnTo>
                    <a:pt x="79899" y="26078"/>
                  </a:lnTo>
                  <a:lnTo>
                    <a:pt x="76126" y="26078"/>
                  </a:lnTo>
                  <a:lnTo>
                    <a:pt x="76126" y="22361"/>
                  </a:lnTo>
                  <a:lnTo>
                    <a:pt x="72408" y="22361"/>
                  </a:lnTo>
                  <a:lnTo>
                    <a:pt x="72408" y="11097"/>
                  </a:lnTo>
                  <a:lnTo>
                    <a:pt x="76182" y="11097"/>
                  </a:lnTo>
                  <a:lnTo>
                    <a:pt x="76182" y="7490"/>
                  </a:lnTo>
                  <a:lnTo>
                    <a:pt x="83728" y="7490"/>
                  </a:lnTo>
                  <a:lnTo>
                    <a:pt x="83728" y="11153"/>
                  </a:lnTo>
                  <a:lnTo>
                    <a:pt x="79955" y="11153"/>
                  </a:lnTo>
                  <a:lnTo>
                    <a:pt x="79955" y="13039"/>
                  </a:lnTo>
                  <a:lnTo>
                    <a:pt x="80010" y="14870"/>
                  </a:lnTo>
                  <a:lnTo>
                    <a:pt x="87612" y="14870"/>
                  </a:lnTo>
                  <a:lnTo>
                    <a:pt x="87612" y="18588"/>
                  </a:lnTo>
                  <a:lnTo>
                    <a:pt x="91440" y="18588"/>
                  </a:lnTo>
                  <a:lnTo>
                    <a:pt x="91440" y="37231"/>
                  </a:lnTo>
                  <a:lnTo>
                    <a:pt x="95268" y="37231"/>
                  </a:lnTo>
                  <a:lnTo>
                    <a:pt x="95268" y="40948"/>
                  </a:lnTo>
                  <a:lnTo>
                    <a:pt x="102815" y="40948"/>
                  </a:lnTo>
                  <a:lnTo>
                    <a:pt x="102815" y="33513"/>
                  </a:lnTo>
                  <a:lnTo>
                    <a:pt x="106643" y="33513"/>
                  </a:lnTo>
                  <a:lnTo>
                    <a:pt x="106643" y="29740"/>
                  </a:lnTo>
                  <a:lnTo>
                    <a:pt x="114245" y="29740"/>
                  </a:lnTo>
                  <a:lnTo>
                    <a:pt x="114245" y="26023"/>
                  </a:lnTo>
                  <a:lnTo>
                    <a:pt x="118073" y="26023"/>
                  </a:lnTo>
                  <a:lnTo>
                    <a:pt x="118073" y="18532"/>
                  </a:lnTo>
                  <a:lnTo>
                    <a:pt x="121902" y="18532"/>
                  </a:lnTo>
                  <a:lnTo>
                    <a:pt x="121902" y="7380"/>
                  </a:lnTo>
                  <a:lnTo>
                    <a:pt x="125619" y="7380"/>
                  </a:lnTo>
                  <a:lnTo>
                    <a:pt x="125619" y="3718"/>
                  </a:lnTo>
                  <a:lnTo>
                    <a:pt x="118018" y="3718"/>
                  </a:lnTo>
                  <a:lnTo>
                    <a:pt x="118018" y="55"/>
                  </a:lnTo>
                  <a:lnTo>
                    <a:pt x="95213" y="55"/>
                  </a:lnTo>
                  <a:lnTo>
                    <a:pt x="95213" y="3662"/>
                  </a:lnTo>
                  <a:lnTo>
                    <a:pt x="83728" y="3662"/>
                  </a:lnTo>
                  <a:lnTo>
                    <a:pt x="837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1" name="Google Shape;251;p13"/>
            <p:cNvSpPr/>
            <p:nvPr/>
          </p:nvSpPr>
          <p:spPr>
            <a:xfrm>
              <a:off x="1951225" y="2765925"/>
              <a:ext cx="25" cy="25"/>
            </a:xfrm>
            <a:custGeom>
              <a:rect b="b" l="l" r="r" t="t"/>
              <a:pathLst>
                <a:path extrusionOk="0" h="1" w="1">
                  <a:moveTo>
                    <a:pt x="1" y="1"/>
                  </a:moveTo>
                  <a:lnTo>
                    <a:pt x="1" y="1"/>
                  </a:lnTo>
                  <a:lnTo>
                    <a:pt x="1" y="1"/>
                  </a:lnTo>
                  <a:lnTo>
                    <a:pt x="1" y="1"/>
                  </a:lnTo>
                  <a:lnTo>
                    <a:pt x="1" y="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2" name="Google Shape;252;p13"/>
            <p:cNvSpPr/>
            <p:nvPr/>
          </p:nvSpPr>
          <p:spPr>
            <a:xfrm>
              <a:off x="3285650" y="993175"/>
              <a:ext cx="4096225" cy="3448450"/>
            </a:xfrm>
            <a:custGeom>
              <a:rect b="b" l="l" r="r" t="t"/>
              <a:pathLst>
                <a:path extrusionOk="0" h="137938" w="163849">
                  <a:moveTo>
                    <a:pt x="102815" y="7436"/>
                  </a:moveTo>
                  <a:lnTo>
                    <a:pt x="102815" y="11098"/>
                  </a:lnTo>
                  <a:lnTo>
                    <a:pt x="99042" y="11098"/>
                  </a:lnTo>
                  <a:lnTo>
                    <a:pt x="99042" y="7436"/>
                  </a:lnTo>
                  <a:close/>
                  <a:moveTo>
                    <a:pt x="45610" y="22306"/>
                  </a:moveTo>
                  <a:lnTo>
                    <a:pt x="45610" y="26024"/>
                  </a:lnTo>
                  <a:lnTo>
                    <a:pt x="41948" y="26024"/>
                  </a:lnTo>
                  <a:lnTo>
                    <a:pt x="41948" y="22306"/>
                  </a:lnTo>
                  <a:close/>
                  <a:moveTo>
                    <a:pt x="45665" y="52212"/>
                  </a:moveTo>
                  <a:lnTo>
                    <a:pt x="45665" y="55875"/>
                  </a:lnTo>
                  <a:lnTo>
                    <a:pt x="38119" y="55875"/>
                  </a:lnTo>
                  <a:lnTo>
                    <a:pt x="38119" y="52212"/>
                  </a:lnTo>
                  <a:close/>
                  <a:moveTo>
                    <a:pt x="56929" y="55930"/>
                  </a:moveTo>
                  <a:lnTo>
                    <a:pt x="56929" y="63365"/>
                  </a:lnTo>
                  <a:lnTo>
                    <a:pt x="53322" y="63365"/>
                  </a:lnTo>
                  <a:lnTo>
                    <a:pt x="53322" y="55930"/>
                  </a:lnTo>
                  <a:close/>
                  <a:moveTo>
                    <a:pt x="26634" y="52212"/>
                  </a:moveTo>
                  <a:lnTo>
                    <a:pt x="26634" y="55930"/>
                  </a:lnTo>
                  <a:lnTo>
                    <a:pt x="22916" y="55930"/>
                  </a:lnTo>
                  <a:lnTo>
                    <a:pt x="22916" y="63310"/>
                  </a:lnTo>
                  <a:lnTo>
                    <a:pt x="26634" y="63310"/>
                  </a:lnTo>
                  <a:lnTo>
                    <a:pt x="26634" y="59703"/>
                  </a:lnTo>
                  <a:lnTo>
                    <a:pt x="34291" y="59703"/>
                  </a:lnTo>
                  <a:lnTo>
                    <a:pt x="34291" y="63365"/>
                  </a:lnTo>
                  <a:lnTo>
                    <a:pt x="41837" y="63365"/>
                  </a:lnTo>
                  <a:lnTo>
                    <a:pt x="41837" y="67083"/>
                  </a:lnTo>
                  <a:lnTo>
                    <a:pt x="30518" y="67083"/>
                  </a:lnTo>
                  <a:lnTo>
                    <a:pt x="30518" y="70800"/>
                  </a:lnTo>
                  <a:lnTo>
                    <a:pt x="26634" y="70800"/>
                  </a:lnTo>
                  <a:lnTo>
                    <a:pt x="26634" y="67138"/>
                  </a:lnTo>
                  <a:lnTo>
                    <a:pt x="22861" y="67138"/>
                  </a:lnTo>
                  <a:lnTo>
                    <a:pt x="22861" y="63420"/>
                  </a:lnTo>
                  <a:lnTo>
                    <a:pt x="11431" y="63420"/>
                  </a:lnTo>
                  <a:lnTo>
                    <a:pt x="11431" y="59648"/>
                  </a:lnTo>
                  <a:lnTo>
                    <a:pt x="15204" y="59648"/>
                  </a:lnTo>
                  <a:lnTo>
                    <a:pt x="15204" y="55875"/>
                  </a:lnTo>
                  <a:lnTo>
                    <a:pt x="22805" y="55875"/>
                  </a:lnTo>
                  <a:lnTo>
                    <a:pt x="22805" y="52212"/>
                  </a:lnTo>
                  <a:close/>
                  <a:moveTo>
                    <a:pt x="56929" y="70856"/>
                  </a:moveTo>
                  <a:lnTo>
                    <a:pt x="56929" y="74573"/>
                  </a:lnTo>
                  <a:lnTo>
                    <a:pt x="57095" y="74573"/>
                  </a:lnTo>
                  <a:lnTo>
                    <a:pt x="55264" y="74628"/>
                  </a:lnTo>
                  <a:lnTo>
                    <a:pt x="53322" y="74628"/>
                  </a:lnTo>
                  <a:lnTo>
                    <a:pt x="53322" y="70856"/>
                  </a:lnTo>
                  <a:close/>
                  <a:moveTo>
                    <a:pt x="45665" y="74573"/>
                  </a:moveTo>
                  <a:lnTo>
                    <a:pt x="45665" y="82063"/>
                  </a:lnTo>
                  <a:lnTo>
                    <a:pt x="41948" y="82063"/>
                  </a:lnTo>
                  <a:lnTo>
                    <a:pt x="41948" y="74573"/>
                  </a:lnTo>
                  <a:close/>
                  <a:moveTo>
                    <a:pt x="95269" y="1"/>
                  </a:moveTo>
                  <a:lnTo>
                    <a:pt x="95269" y="3663"/>
                  </a:lnTo>
                  <a:lnTo>
                    <a:pt x="83839" y="3663"/>
                  </a:lnTo>
                  <a:lnTo>
                    <a:pt x="83839" y="7436"/>
                  </a:lnTo>
                  <a:lnTo>
                    <a:pt x="76182" y="7436"/>
                  </a:lnTo>
                  <a:lnTo>
                    <a:pt x="76182" y="11209"/>
                  </a:lnTo>
                  <a:lnTo>
                    <a:pt x="68581" y="11209"/>
                  </a:lnTo>
                  <a:lnTo>
                    <a:pt x="68581" y="18589"/>
                  </a:lnTo>
                  <a:lnTo>
                    <a:pt x="64697" y="18589"/>
                  </a:lnTo>
                  <a:lnTo>
                    <a:pt x="64697" y="14926"/>
                  </a:lnTo>
                  <a:lnTo>
                    <a:pt x="60924" y="14926"/>
                  </a:lnTo>
                  <a:lnTo>
                    <a:pt x="60924" y="18644"/>
                  </a:lnTo>
                  <a:lnTo>
                    <a:pt x="53322" y="18644"/>
                  </a:lnTo>
                  <a:lnTo>
                    <a:pt x="53322" y="22362"/>
                  </a:lnTo>
                  <a:lnTo>
                    <a:pt x="49549" y="22362"/>
                  </a:lnTo>
                  <a:lnTo>
                    <a:pt x="45665" y="22306"/>
                  </a:lnTo>
                  <a:lnTo>
                    <a:pt x="45665" y="18589"/>
                  </a:lnTo>
                  <a:lnTo>
                    <a:pt x="41837" y="18589"/>
                  </a:lnTo>
                  <a:lnTo>
                    <a:pt x="41837" y="14926"/>
                  </a:lnTo>
                  <a:lnTo>
                    <a:pt x="26689" y="14926"/>
                  </a:lnTo>
                  <a:lnTo>
                    <a:pt x="26689" y="18589"/>
                  </a:lnTo>
                  <a:lnTo>
                    <a:pt x="22861" y="18589"/>
                  </a:lnTo>
                  <a:lnTo>
                    <a:pt x="22861" y="26134"/>
                  </a:lnTo>
                  <a:lnTo>
                    <a:pt x="19143" y="26134"/>
                  </a:lnTo>
                  <a:lnTo>
                    <a:pt x="19143" y="33569"/>
                  </a:lnTo>
                  <a:lnTo>
                    <a:pt x="22916" y="33569"/>
                  </a:lnTo>
                  <a:lnTo>
                    <a:pt x="22916" y="37176"/>
                  </a:lnTo>
                  <a:lnTo>
                    <a:pt x="26634" y="37176"/>
                  </a:lnTo>
                  <a:lnTo>
                    <a:pt x="26634" y="26024"/>
                  </a:lnTo>
                  <a:lnTo>
                    <a:pt x="30462" y="26024"/>
                  </a:lnTo>
                  <a:lnTo>
                    <a:pt x="30462" y="22362"/>
                  </a:lnTo>
                  <a:lnTo>
                    <a:pt x="34235" y="22362"/>
                  </a:lnTo>
                  <a:lnTo>
                    <a:pt x="34235" y="26134"/>
                  </a:lnTo>
                  <a:lnTo>
                    <a:pt x="30518" y="26134"/>
                  </a:lnTo>
                  <a:lnTo>
                    <a:pt x="30518" y="33514"/>
                  </a:lnTo>
                  <a:lnTo>
                    <a:pt x="34235" y="33514"/>
                  </a:lnTo>
                  <a:lnTo>
                    <a:pt x="34235" y="37342"/>
                  </a:lnTo>
                  <a:lnTo>
                    <a:pt x="30462" y="37342"/>
                  </a:lnTo>
                  <a:lnTo>
                    <a:pt x="30462" y="40949"/>
                  </a:lnTo>
                  <a:lnTo>
                    <a:pt x="22805" y="40949"/>
                  </a:lnTo>
                  <a:lnTo>
                    <a:pt x="22805" y="37342"/>
                  </a:lnTo>
                  <a:lnTo>
                    <a:pt x="19032" y="37342"/>
                  </a:lnTo>
                  <a:lnTo>
                    <a:pt x="19032" y="44777"/>
                  </a:lnTo>
                  <a:lnTo>
                    <a:pt x="15259" y="44777"/>
                  </a:lnTo>
                  <a:lnTo>
                    <a:pt x="15259" y="48495"/>
                  </a:lnTo>
                  <a:lnTo>
                    <a:pt x="11375" y="48495"/>
                  </a:lnTo>
                  <a:lnTo>
                    <a:pt x="11375" y="55985"/>
                  </a:lnTo>
                  <a:lnTo>
                    <a:pt x="7602" y="55985"/>
                  </a:lnTo>
                  <a:lnTo>
                    <a:pt x="7602" y="67138"/>
                  </a:lnTo>
                  <a:lnTo>
                    <a:pt x="3774" y="67138"/>
                  </a:lnTo>
                  <a:lnTo>
                    <a:pt x="3774" y="74573"/>
                  </a:lnTo>
                  <a:lnTo>
                    <a:pt x="1887" y="74573"/>
                  </a:lnTo>
                  <a:lnTo>
                    <a:pt x="1" y="74628"/>
                  </a:lnTo>
                  <a:lnTo>
                    <a:pt x="1" y="89443"/>
                  </a:lnTo>
                  <a:lnTo>
                    <a:pt x="3829" y="89443"/>
                  </a:lnTo>
                  <a:lnTo>
                    <a:pt x="3829" y="93216"/>
                  </a:lnTo>
                  <a:lnTo>
                    <a:pt x="19143" y="93216"/>
                  </a:lnTo>
                  <a:lnTo>
                    <a:pt x="19143" y="104424"/>
                  </a:lnTo>
                  <a:lnTo>
                    <a:pt x="22916" y="104424"/>
                  </a:lnTo>
                  <a:lnTo>
                    <a:pt x="22916" y="126840"/>
                  </a:lnTo>
                  <a:lnTo>
                    <a:pt x="26689" y="126840"/>
                  </a:lnTo>
                  <a:lnTo>
                    <a:pt x="26689" y="137937"/>
                  </a:lnTo>
                  <a:lnTo>
                    <a:pt x="30462" y="137937"/>
                  </a:lnTo>
                  <a:lnTo>
                    <a:pt x="30462" y="134275"/>
                  </a:lnTo>
                  <a:lnTo>
                    <a:pt x="38064" y="134275"/>
                  </a:lnTo>
                  <a:lnTo>
                    <a:pt x="38064" y="126729"/>
                  </a:lnTo>
                  <a:lnTo>
                    <a:pt x="41948" y="126729"/>
                  </a:lnTo>
                  <a:lnTo>
                    <a:pt x="41948" y="119294"/>
                  </a:lnTo>
                  <a:lnTo>
                    <a:pt x="45721" y="119294"/>
                  </a:lnTo>
                  <a:lnTo>
                    <a:pt x="45721" y="100651"/>
                  </a:lnTo>
                  <a:lnTo>
                    <a:pt x="49494" y="100651"/>
                  </a:lnTo>
                  <a:lnTo>
                    <a:pt x="49494" y="96934"/>
                  </a:lnTo>
                  <a:lnTo>
                    <a:pt x="53211" y="96934"/>
                  </a:lnTo>
                  <a:lnTo>
                    <a:pt x="53211" y="89499"/>
                  </a:lnTo>
                  <a:lnTo>
                    <a:pt x="49549" y="89499"/>
                  </a:lnTo>
                  <a:lnTo>
                    <a:pt x="49549" y="85726"/>
                  </a:lnTo>
                  <a:lnTo>
                    <a:pt x="57095" y="85726"/>
                  </a:lnTo>
                  <a:lnTo>
                    <a:pt x="57095" y="82008"/>
                  </a:lnTo>
                  <a:lnTo>
                    <a:pt x="60924" y="82008"/>
                  </a:lnTo>
                  <a:lnTo>
                    <a:pt x="60924" y="74628"/>
                  </a:lnTo>
                  <a:lnTo>
                    <a:pt x="68636" y="74628"/>
                  </a:lnTo>
                  <a:lnTo>
                    <a:pt x="68636" y="78291"/>
                  </a:lnTo>
                  <a:lnTo>
                    <a:pt x="72409" y="78291"/>
                  </a:lnTo>
                  <a:lnTo>
                    <a:pt x="72409" y="89388"/>
                  </a:lnTo>
                  <a:lnTo>
                    <a:pt x="76182" y="89388"/>
                  </a:lnTo>
                  <a:lnTo>
                    <a:pt x="76182" y="85726"/>
                  </a:lnTo>
                  <a:lnTo>
                    <a:pt x="80011" y="85726"/>
                  </a:lnTo>
                  <a:lnTo>
                    <a:pt x="80011" y="78346"/>
                  </a:lnTo>
                  <a:lnTo>
                    <a:pt x="87668" y="78346"/>
                  </a:lnTo>
                  <a:lnTo>
                    <a:pt x="87668" y="82008"/>
                  </a:lnTo>
                  <a:lnTo>
                    <a:pt x="91441" y="82008"/>
                  </a:lnTo>
                  <a:lnTo>
                    <a:pt x="91441" y="93161"/>
                  </a:lnTo>
                  <a:lnTo>
                    <a:pt x="95269" y="93161"/>
                  </a:lnTo>
                  <a:lnTo>
                    <a:pt x="95269" y="89443"/>
                  </a:lnTo>
                  <a:lnTo>
                    <a:pt x="102760" y="89443"/>
                  </a:lnTo>
                  <a:lnTo>
                    <a:pt x="102760" y="82063"/>
                  </a:lnTo>
                  <a:lnTo>
                    <a:pt x="99042" y="82063"/>
                  </a:lnTo>
                  <a:lnTo>
                    <a:pt x="99042" y="78291"/>
                  </a:lnTo>
                  <a:lnTo>
                    <a:pt x="106644" y="78291"/>
                  </a:lnTo>
                  <a:lnTo>
                    <a:pt x="106644" y="74518"/>
                  </a:lnTo>
                  <a:lnTo>
                    <a:pt x="110472" y="74518"/>
                  </a:lnTo>
                  <a:lnTo>
                    <a:pt x="110472" y="59703"/>
                  </a:lnTo>
                  <a:lnTo>
                    <a:pt x="114356" y="59703"/>
                  </a:lnTo>
                  <a:lnTo>
                    <a:pt x="114356" y="63310"/>
                  </a:lnTo>
                  <a:lnTo>
                    <a:pt x="118129" y="63310"/>
                  </a:lnTo>
                  <a:lnTo>
                    <a:pt x="118129" y="55875"/>
                  </a:lnTo>
                  <a:lnTo>
                    <a:pt x="121958" y="55875"/>
                  </a:lnTo>
                  <a:lnTo>
                    <a:pt x="121958" y="52212"/>
                  </a:lnTo>
                  <a:lnTo>
                    <a:pt x="125731" y="52212"/>
                  </a:lnTo>
                  <a:lnTo>
                    <a:pt x="125731" y="55819"/>
                  </a:lnTo>
                  <a:lnTo>
                    <a:pt x="129504" y="55819"/>
                  </a:lnTo>
                  <a:lnTo>
                    <a:pt x="129504" y="41005"/>
                  </a:lnTo>
                  <a:lnTo>
                    <a:pt x="121958" y="41005"/>
                  </a:lnTo>
                  <a:lnTo>
                    <a:pt x="121958" y="37232"/>
                  </a:lnTo>
                  <a:lnTo>
                    <a:pt x="125731" y="37232"/>
                  </a:lnTo>
                  <a:lnTo>
                    <a:pt x="125731" y="33514"/>
                  </a:lnTo>
                  <a:lnTo>
                    <a:pt x="137161" y="33514"/>
                  </a:lnTo>
                  <a:lnTo>
                    <a:pt x="137161" y="29797"/>
                  </a:lnTo>
                  <a:lnTo>
                    <a:pt x="144818" y="29797"/>
                  </a:lnTo>
                  <a:lnTo>
                    <a:pt x="144818" y="33514"/>
                  </a:lnTo>
                  <a:lnTo>
                    <a:pt x="152364" y="33514"/>
                  </a:lnTo>
                  <a:lnTo>
                    <a:pt x="152364" y="29741"/>
                  </a:lnTo>
                  <a:lnTo>
                    <a:pt x="160021" y="29741"/>
                  </a:lnTo>
                  <a:lnTo>
                    <a:pt x="160021" y="26079"/>
                  </a:lnTo>
                  <a:lnTo>
                    <a:pt x="160021" y="25968"/>
                  </a:lnTo>
                  <a:lnTo>
                    <a:pt x="163849" y="25968"/>
                  </a:lnTo>
                  <a:lnTo>
                    <a:pt x="163849" y="18589"/>
                  </a:lnTo>
                  <a:lnTo>
                    <a:pt x="156192" y="18589"/>
                  </a:lnTo>
                  <a:lnTo>
                    <a:pt x="156192" y="14926"/>
                  </a:lnTo>
                  <a:lnTo>
                    <a:pt x="152419" y="14926"/>
                  </a:lnTo>
                  <a:lnTo>
                    <a:pt x="152419" y="18589"/>
                  </a:lnTo>
                  <a:lnTo>
                    <a:pt x="148535" y="18589"/>
                  </a:lnTo>
                  <a:lnTo>
                    <a:pt x="148535" y="14871"/>
                  </a:lnTo>
                  <a:lnTo>
                    <a:pt x="133277" y="14871"/>
                  </a:lnTo>
                  <a:lnTo>
                    <a:pt x="133277" y="11154"/>
                  </a:lnTo>
                  <a:lnTo>
                    <a:pt x="129559" y="11154"/>
                  </a:lnTo>
                  <a:lnTo>
                    <a:pt x="129559" y="7325"/>
                  </a:lnTo>
                  <a:lnTo>
                    <a:pt x="133277" y="7325"/>
                  </a:lnTo>
                  <a:lnTo>
                    <a:pt x="133277" y="3719"/>
                  </a:lnTo>
                  <a:lnTo>
                    <a:pt x="121958" y="3719"/>
                  </a:lnTo>
                  <a:lnTo>
                    <a:pt x="121958" y="7381"/>
                  </a:lnTo>
                  <a:lnTo>
                    <a:pt x="125675" y="7381"/>
                  </a:lnTo>
                  <a:lnTo>
                    <a:pt x="125675" y="11098"/>
                  </a:lnTo>
                  <a:lnTo>
                    <a:pt x="118074" y="11098"/>
                  </a:lnTo>
                  <a:lnTo>
                    <a:pt x="118074" y="7491"/>
                  </a:lnTo>
                  <a:lnTo>
                    <a:pt x="114301" y="7491"/>
                  </a:lnTo>
                  <a:lnTo>
                    <a:pt x="114301" y="11098"/>
                  </a:lnTo>
                  <a:lnTo>
                    <a:pt x="110417" y="11098"/>
                  </a:lnTo>
                  <a:lnTo>
                    <a:pt x="110417" y="7436"/>
                  </a:lnTo>
                  <a:lnTo>
                    <a:pt x="106644" y="7436"/>
                  </a:lnTo>
                  <a:lnTo>
                    <a:pt x="106644" y="3663"/>
                  </a:lnTo>
                  <a:lnTo>
                    <a:pt x="98987" y="3663"/>
                  </a:lnTo>
                  <a:lnTo>
                    <a:pt x="98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3" name="Google Shape;253;p13"/>
            <p:cNvSpPr/>
            <p:nvPr/>
          </p:nvSpPr>
          <p:spPr>
            <a:xfrm>
              <a:off x="1286775" y="1086125"/>
              <a:ext cx="185925" cy="92950"/>
            </a:xfrm>
            <a:custGeom>
              <a:rect b="b" l="l" r="r" t="t"/>
              <a:pathLst>
                <a:path extrusionOk="0" h="3718" w="7437">
                  <a:moveTo>
                    <a:pt x="1" y="1"/>
                  </a:moveTo>
                  <a:lnTo>
                    <a:pt x="1" y="611"/>
                  </a:lnTo>
                  <a:lnTo>
                    <a:pt x="1" y="3607"/>
                  </a:lnTo>
                  <a:lnTo>
                    <a:pt x="1" y="3718"/>
                  </a:lnTo>
                  <a:lnTo>
                    <a:pt x="7436" y="3718"/>
                  </a:lnTo>
                  <a:lnTo>
                    <a:pt x="7436" y="3496"/>
                  </a:lnTo>
                  <a:lnTo>
                    <a:pt x="7436" y="611"/>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uess The Team Member">
  <p:cSld name="BLANK_1_1_1_1_1_1_1_1_1_1_1_1_1_2">
    <p:bg>
      <p:bgPr>
        <a:solidFill>
          <a:schemeClr val="dk1"/>
        </a:solidFill>
      </p:bgPr>
    </p:bg>
    <p:spTree>
      <p:nvGrpSpPr>
        <p:cNvPr id="254" name="Shape 254"/>
        <p:cNvGrpSpPr/>
        <p:nvPr/>
      </p:nvGrpSpPr>
      <p:grpSpPr>
        <a:xfrm>
          <a:off x="0" y="0"/>
          <a:ext cx="0" cy="0"/>
          <a:chOff x="0" y="0"/>
          <a:chExt cx="0" cy="0"/>
        </a:xfrm>
      </p:grpSpPr>
      <p:grpSp>
        <p:nvGrpSpPr>
          <p:cNvPr id="255" name="Google Shape;255;p14"/>
          <p:cNvGrpSpPr/>
          <p:nvPr/>
        </p:nvGrpSpPr>
        <p:grpSpPr>
          <a:xfrm>
            <a:off x="103050" y="103050"/>
            <a:ext cx="6817325" cy="3765575"/>
            <a:chOff x="103050" y="103050"/>
            <a:chExt cx="6817325" cy="3765575"/>
          </a:xfrm>
        </p:grpSpPr>
        <p:sp>
          <p:nvSpPr>
            <p:cNvPr id="256" name="Google Shape;256;p14"/>
            <p:cNvSpPr/>
            <p:nvPr/>
          </p:nvSpPr>
          <p:spPr>
            <a:xfrm>
              <a:off x="103050" y="103050"/>
              <a:ext cx="5135700" cy="2659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57" name="Google Shape;257;p14"/>
            <p:cNvSpPr/>
            <p:nvPr/>
          </p:nvSpPr>
          <p:spPr>
            <a:xfrm>
              <a:off x="1090775" y="1490525"/>
              <a:ext cx="5829600" cy="2378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58" name="Google Shape;258;p14"/>
          <p:cNvSpPr txBox="1"/>
          <p:nvPr>
            <p:ph idx="1" type="subTitle"/>
          </p:nvPr>
        </p:nvSpPr>
        <p:spPr>
          <a:xfrm>
            <a:off x="252600" y="1199800"/>
            <a:ext cx="2881500" cy="8016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59" name="Google Shape;259;p14"/>
          <p:cNvSpPr txBox="1"/>
          <p:nvPr>
            <p:ph type="title"/>
          </p:nvPr>
        </p:nvSpPr>
        <p:spPr>
          <a:xfrm>
            <a:off x="229190" y="147681"/>
            <a:ext cx="4216200" cy="8652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orient="horz" pos="3081">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rt Attack">
  <p:cSld name="TITLE_1_1_5">
    <p:bg>
      <p:bgPr>
        <a:solidFill>
          <a:schemeClr val="accent4"/>
        </a:solidFill>
      </p:bgPr>
    </p:bg>
    <p:spTree>
      <p:nvGrpSpPr>
        <p:cNvPr id="260" name="Shape 260"/>
        <p:cNvGrpSpPr/>
        <p:nvPr/>
      </p:nvGrpSpPr>
      <p:grpSpPr>
        <a:xfrm>
          <a:off x="0" y="0"/>
          <a:ext cx="0" cy="0"/>
          <a:chOff x="0" y="0"/>
          <a:chExt cx="0" cy="0"/>
        </a:xfrm>
      </p:grpSpPr>
      <p:grpSp>
        <p:nvGrpSpPr>
          <p:cNvPr id="261" name="Google Shape;261;p15"/>
          <p:cNvGrpSpPr/>
          <p:nvPr/>
        </p:nvGrpSpPr>
        <p:grpSpPr>
          <a:xfrm>
            <a:off x="0" y="0"/>
            <a:ext cx="9143999" cy="5143500"/>
            <a:chOff x="0" y="0"/>
            <a:chExt cx="9143999" cy="5143500"/>
          </a:xfrm>
        </p:grpSpPr>
        <p:sp>
          <p:nvSpPr>
            <p:cNvPr id="262" name="Google Shape;262;p15"/>
            <p:cNvSpPr/>
            <p:nvPr/>
          </p:nvSpPr>
          <p:spPr>
            <a:xfrm>
              <a:off x="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3" name="Google Shape;263;p15"/>
            <p:cNvSpPr/>
            <p:nvPr/>
          </p:nvSpPr>
          <p:spPr>
            <a:xfrm>
              <a:off x="9040950" y="0"/>
              <a:ext cx="103049" cy="5143489"/>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4" name="Google Shape;264;p15"/>
            <p:cNvSpPr/>
            <p:nvPr/>
          </p:nvSpPr>
          <p:spPr>
            <a:xfrm rot="5400000">
              <a:off x="4519005" y="-4518866"/>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65" name="Google Shape;265;p15"/>
            <p:cNvSpPr/>
            <p:nvPr/>
          </p:nvSpPr>
          <p:spPr>
            <a:xfrm rot="5400000">
              <a:off x="4520468" y="521584"/>
              <a:ext cx="103049" cy="9140782"/>
            </a:xfrm>
            <a:custGeom>
              <a:rect b="b" l="l" r="r" t="t"/>
              <a:pathLst>
                <a:path extrusionOk="0" h="143904" w="3540">
                  <a:moveTo>
                    <a:pt x="0" y="1"/>
                  </a:moveTo>
                  <a:lnTo>
                    <a:pt x="0" y="143903"/>
                  </a:lnTo>
                  <a:lnTo>
                    <a:pt x="3540" y="143903"/>
                  </a:lnTo>
                  <a:lnTo>
                    <a:pt x="354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66" name="Google Shape;266;p15"/>
          <p:cNvSpPr/>
          <p:nvPr>
            <p:ph idx="2" type="pic"/>
          </p:nvPr>
        </p:nvSpPr>
        <p:spPr>
          <a:xfrm>
            <a:off x="3553675" y="3509450"/>
            <a:ext cx="1941000" cy="1313100"/>
          </a:xfrm>
          <a:prstGeom prst="rect">
            <a:avLst/>
          </a:prstGeom>
          <a:noFill/>
          <a:ln cap="flat" cmpd="sng" w="9525">
            <a:solidFill>
              <a:schemeClr val="dk1"/>
            </a:solidFill>
            <a:prstDash val="solid"/>
            <a:round/>
            <a:headEnd len="sm" w="sm" type="none"/>
            <a:tailEnd len="sm" w="sm" type="none"/>
          </a:ln>
        </p:spPr>
      </p:sp>
      <p:sp>
        <p:nvSpPr>
          <p:cNvPr id="267" name="Google Shape;267;p15"/>
          <p:cNvSpPr txBox="1"/>
          <p:nvPr>
            <p:ph type="title"/>
          </p:nvPr>
        </p:nvSpPr>
        <p:spPr>
          <a:xfrm>
            <a:off x="236975" y="223878"/>
            <a:ext cx="4216200" cy="501600"/>
          </a:xfrm>
          <a:prstGeom prst="rect">
            <a:avLst/>
          </a:prstGeom>
        </p:spPr>
        <p:txBody>
          <a:bodyPr anchorCtr="0" anchor="t" bIns="0" lIns="0" spcFirstLastPara="1" rIns="0" wrap="square" tIns="0">
            <a:normAutofit/>
          </a:bodyPr>
          <a:lstStyle>
            <a:lvl1pPr lvl="0">
              <a:lnSpc>
                <a:spcPct val="80000"/>
              </a:lnSpc>
              <a:spcBef>
                <a:spcPts val="0"/>
              </a:spcBef>
              <a:spcAft>
                <a:spcPts val="0"/>
              </a:spcAft>
              <a:buSzPts val="3500"/>
              <a:buFont typeface="Space Grotesk"/>
              <a:buNone/>
              <a:defRPr sz="3500">
                <a:latin typeface="Space Grotesk"/>
                <a:ea typeface="Space Grotesk"/>
                <a:cs typeface="Space Grotesk"/>
                <a:sym typeface="Space Grotesk"/>
              </a:defRPr>
            </a:lvl1pPr>
            <a:lvl2pPr lvl="1">
              <a:lnSpc>
                <a:spcPct val="80000"/>
              </a:lnSpc>
              <a:spcBef>
                <a:spcPts val="0"/>
              </a:spcBef>
              <a:spcAft>
                <a:spcPts val="0"/>
              </a:spcAft>
              <a:buSzPts val="3900"/>
              <a:buFont typeface="Space Grotesk Medium"/>
              <a:buNone/>
              <a:defRPr sz="3900"/>
            </a:lvl2pPr>
            <a:lvl3pPr lvl="2">
              <a:lnSpc>
                <a:spcPct val="80000"/>
              </a:lnSpc>
              <a:spcBef>
                <a:spcPts val="0"/>
              </a:spcBef>
              <a:spcAft>
                <a:spcPts val="0"/>
              </a:spcAft>
              <a:buSzPts val="3900"/>
              <a:buFont typeface="Space Grotesk Medium"/>
              <a:buNone/>
              <a:defRPr sz="3900"/>
            </a:lvl3pPr>
            <a:lvl4pPr lvl="3">
              <a:lnSpc>
                <a:spcPct val="80000"/>
              </a:lnSpc>
              <a:spcBef>
                <a:spcPts val="0"/>
              </a:spcBef>
              <a:spcAft>
                <a:spcPts val="0"/>
              </a:spcAft>
              <a:buSzPts val="3900"/>
              <a:buFont typeface="Space Grotesk Medium"/>
              <a:buNone/>
              <a:defRPr sz="3900"/>
            </a:lvl4pPr>
            <a:lvl5pPr lvl="4">
              <a:lnSpc>
                <a:spcPct val="80000"/>
              </a:lnSpc>
              <a:spcBef>
                <a:spcPts val="0"/>
              </a:spcBef>
              <a:spcAft>
                <a:spcPts val="0"/>
              </a:spcAft>
              <a:buSzPts val="3900"/>
              <a:buFont typeface="Space Grotesk Medium"/>
              <a:buNone/>
              <a:defRPr sz="3900"/>
            </a:lvl5pPr>
            <a:lvl6pPr lvl="5">
              <a:lnSpc>
                <a:spcPct val="80000"/>
              </a:lnSpc>
              <a:spcBef>
                <a:spcPts val="0"/>
              </a:spcBef>
              <a:spcAft>
                <a:spcPts val="0"/>
              </a:spcAft>
              <a:buSzPts val="3900"/>
              <a:buFont typeface="Space Grotesk Medium"/>
              <a:buNone/>
              <a:defRPr sz="3900"/>
            </a:lvl6pPr>
            <a:lvl7pPr lvl="6">
              <a:lnSpc>
                <a:spcPct val="80000"/>
              </a:lnSpc>
              <a:spcBef>
                <a:spcPts val="0"/>
              </a:spcBef>
              <a:spcAft>
                <a:spcPts val="0"/>
              </a:spcAft>
              <a:buSzPts val="3900"/>
              <a:buFont typeface="Space Grotesk Medium"/>
              <a:buNone/>
              <a:defRPr sz="3900"/>
            </a:lvl7pPr>
            <a:lvl8pPr lvl="7">
              <a:lnSpc>
                <a:spcPct val="80000"/>
              </a:lnSpc>
              <a:spcBef>
                <a:spcPts val="0"/>
              </a:spcBef>
              <a:spcAft>
                <a:spcPts val="0"/>
              </a:spcAft>
              <a:buSzPts val="3900"/>
              <a:buFont typeface="Space Grotesk Medium"/>
              <a:buNone/>
              <a:defRPr sz="3900"/>
            </a:lvl8pPr>
            <a:lvl9pPr lvl="8">
              <a:lnSpc>
                <a:spcPct val="80000"/>
              </a:lnSpc>
              <a:spcBef>
                <a:spcPts val="0"/>
              </a:spcBef>
              <a:spcAft>
                <a:spcPts val="0"/>
              </a:spcAft>
              <a:buSzPts val="3900"/>
              <a:buFont typeface="Space Grotesk Medium"/>
              <a:buNone/>
              <a:defRPr sz="3900"/>
            </a:lvl9pPr>
          </a:lstStyle>
          <a:p/>
        </p:txBody>
      </p:sp>
      <p:sp>
        <p:nvSpPr>
          <p:cNvPr id="268" name="Google Shape;268;p15"/>
          <p:cNvSpPr/>
          <p:nvPr>
            <p:ph idx="3" type="pic"/>
          </p:nvPr>
        </p:nvSpPr>
        <p:spPr>
          <a:xfrm>
            <a:off x="6699200" y="904175"/>
            <a:ext cx="1909200" cy="1191900"/>
          </a:xfrm>
          <a:prstGeom prst="rect">
            <a:avLst/>
          </a:prstGeom>
          <a:noFill/>
          <a:ln cap="flat" cmpd="sng" w="9525">
            <a:solidFill>
              <a:schemeClr val="dk1"/>
            </a:solidFill>
            <a:prstDash val="solid"/>
            <a:round/>
            <a:headEnd len="sm" w="sm" type="none"/>
            <a:tailEnd len="sm" w="sm" type="none"/>
          </a:ln>
        </p:spPr>
      </p:sp>
      <p:sp>
        <p:nvSpPr>
          <p:cNvPr id="269" name="Google Shape;269;p15"/>
          <p:cNvSpPr/>
          <p:nvPr>
            <p:ph idx="4" type="pic"/>
          </p:nvPr>
        </p:nvSpPr>
        <p:spPr>
          <a:xfrm>
            <a:off x="5673725" y="2267525"/>
            <a:ext cx="2935200" cy="2433900"/>
          </a:xfrm>
          <a:prstGeom prst="rect">
            <a:avLst/>
          </a:prstGeom>
          <a:noFill/>
          <a:ln cap="flat" cmpd="sng" w="9525">
            <a:solidFill>
              <a:schemeClr val="dk1"/>
            </a:solidFill>
            <a:prstDash val="solid"/>
            <a:round/>
            <a:headEnd len="sm" w="sm" type="none"/>
            <a:tailEnd len="sm" w="sm" type="none"/>
          </a:ln>
        </p:spPr>
      </p:sp>
      <p:sp>
        <p:nvSpPr>
          <p:cNvPr id="270" name="Google Shape;270;p15"/>
          <p:cNvSpPr/>
          <p:nvPr>
            <p:ph idx="5" type="pic"/>
          </p:nvPr>
        </p:nvSpPr>
        <p:spPr>
          <a:xfrm>
            <a:off x="252425" y="2015900"/>
            <a:ext cx="3080100" cy="2875200"/>
          </a:xfrm>
          <a:prstGeom prst="rect">
            <a:avLst/>
          </a:prstGeom>
          <a:noFill/>
          <a:ln cap="flat" cmpd="sng" w="9525">
            <a:solidFill>
              <a:schemeClr val="dk1"/>
            </a:solidFill>
            <a:prstDash val="solid"/>
            <a:round/>
            <a:headEnd len="sm" w="sm" type="none"/>
            <a:tailEnd len="sm" w="sm" type="none"/>
          </a:ln>
        </p:spPr>
      </p:sp>
      <p:sp>
        <p:nvSpPr>
          <p:cNvPr id="271" name="Google Shape;271;p15"/>
          <p:cNvSpPr/>
          <p:nvPr/>
        </p:nvSpPr>
        <p:spPr>
          <a:xfrm>
            <a:off x="5673400" y="2267525"/>
            <a:ext cx="2935200" cy="24339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72" name="Google Shape;272;p15"/>
          <p:cNvSpPr/>
          <p:nvPr>
            <p:ph idx="6" type="pic"/>
          </p:nvPr>
        </p:nvSpPr>
        <p:spPr>
          <a:xfrm>
            <a:off x="4838963" y="1797550"/>
            <a:ext cx="1740900" cy="1191900"/>
          </a:xfrm>
          <a:prstGeom prst="rect">
            <a:avLst/>
          </a:prstGeom>
          <a:noFill/>
          <a:ln cap="flat" cmpd="sng" w="9525">
            <a:solidFill>
              <a:schemeClr val="dk1"/>
            </a:solidFill>
            <a:prstDash val="solid"/>
            <a:round/>
            <a:headEnd len="sm" w="sm" type="none"/>
            <a:tailEnd len="sm" w="sm" type="none"/>
          </a:ln>
        </p:spPr>
      </p:sp>
      <p:sp>
        <p:nvSpPr>
          <p:cNvPr id="273" name="Google Shape;273;p15"/>
          <p:cNvSpPr/>
          <p:nvPr>
            <p:ph idx="7" type="pic"/>
          </p:nvPr>
        </p:nvSpPr>
        <p:spPr>
          <a:xfrm>
            <a:off x="2991500" y="904174"/>
            <a:ext cx="1721700" cy="2475600"/>
          </a:xfrm>
          <a:prstGeom prst="rect">
            <a:avLst/>
          </a:prstGeom>
          <a:noFill/>
          <a:ln cap="flat" cmpd="sng" w="9525">
            <a:solidFill>
              <a:schemeClr val="dk1"/>
            </a:solidFill>
            <a:prstDash val="solid"/>
            <a:round/>
            <a:headEnd len="sm" w="sm" type="none"/>
            <a:tailEnd len="sm" w="sm" type="none"/>
          </a:ln>
        </p:spPr>
      </p:sp>
      <p:sp>
        <p:nvSpPr>
          <p:cNvPr id="274" name="Google Shape;274;p15"/>
          <p:cNvSpPr/>
          <p:nvPr>
            <p:ph idx="8" type="pic"/>
          </p:nvPr>
        </p:nvSpPr>
        <p:spPr>
          <a:xfrm>
            <a:off x="4848425" y="580600"/>
            <a:ext cx="1721700" cy="1048200"/>
          </a:xfrm>
          <a:prstGeom prst="rect">
            <a:avLst/>
          </a:prstGeom>
          <a:noFill/>
          <a:ln cap="flat" cmpd="sng" w="9525">
            <a:solidFill>
              <a:schemeClr val="dk1"/>
            </a:solidFill>
            <a:prstDash val="solid"/>
            <a:round/>
            <a:headEnd len="sm" w="sm" type="none"/>
            <a:tailEnd len="sm" w="sm" type="none"/>
          </a:ln>
        </p:spPr>
      </p:sp>
      <p:sp>
        <p:nvSpPr>
          <p:cNvPr id="275" name="Google Shape;275;p15"/>
          <p:cNvSpPr txBox="1"/>
          <p:nvPr>
            <p:ph idx="1" type="subTitle"/>
          </p:nvPr>
        </p:nvSpPr>
        <p:spPr>
          <a:xfrm>
            <a:off x="252600" y="743700"/>
            <a:ext cx="2675700" cy="10299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2pPr>
            <a:lvl3pPr lvl="2">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3pPr>
            <a:lvl4pPr lvl="3">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4pPr>
            <a:lvl5pPr lvl="4">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5pPr>
            <a:lvl6pPr lvl="5">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6pPr>
            <a:lvl7pPr lvl="6">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7pPr>
            <a:lvl8pPr lvl="7">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8pPr>
            <a:lvl9pPr lvl="8">
              <a:lnSpc>
                <a:spcPct val="100000"/>
              </a:lnSpc>
              <a:spcBef>
                <a:spcPts val="0"/>
              </a:spcBef>
              <a:spcAft>
                <a:spcPts val="0"/>
              </a:spcAft>
              <a:buSzPts val="1500"/>
              <a:buFont typeface="Space Grotesk Medium"/>
              <a:buNone/>
              <a:defRPr sz="1500">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pos="468">
          <p15:clr>
            <a:srgbClr val="E46962"/>
          </p15:clr>
        </p15:guide>
        <p15:guide id="2" orient="horz" pos="468">
          <p15:clr>
            <a:srgbClr val="E46962"/>
          </p15:clr>
        </p15:guide>
        <p15:guide id="3" pos="5601">
          <p15:clr>
            <a:srgbClr val="E46962"/>
          </p15:clr>
        </p15:guide>
        <p15:guide id="4" orient="horz" pos="3081">
          <p15:clr>
            <a:srgbClr val="E46962"/>
          </p15:clr>
        </p15:guide>
        <p15:guide id="5" orient="horz" pos="2772">
          <p15:clr>
            <a:srgbClr val="E46962"/>
          </p15:clr>
        </p15:guide>
        <p15:guide id="6" pos="5292">
          <p15:clr>
            <a:srgbClr val="E46962"/>
          </p15:clr>
        </p15:guide>
        <p15:guide id="7" pos="159">
          <p15:clr>
            <a:srgbClr val="E46962"/>
          </p15:clr>
        </p15:guide>
        <p15:guide id="8" orient="horz" pos="159">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nks">
  <p:cSld name="BLANK_1_1_1_1_1_1_1_1_1_1_1_3">
    <p:spTree>
      <p:nvGrpSpPr>
        <p:cNvPr id="276" name="Shape 276"/>
        <p:cNvGrpSpPr/>
        <p:nvPr/>
      </p:nvGrpSpPr>
      <p:grpSpPr>
        <a:xfrm>
          <a:off x="0" y="0"/>
          <a:ext cx="0" cy="0"/>
          <a:chOff x="0" y="0"/>
          <a:chExt cx="0" cy="0"/>
        </a:xfrm>
      </p:grpSpPr>
      <p:sp>
        <p:nvSpPr>
          <p:cNvPr id="277" name="Google Shape;277;p16"/>
          <p:cNvSpPr txBox="1"/>
          <p:nvPr>
            <p:ph type="title"/>
          </p:nvPr>
        </p:nvSpPr>
        <p:spPr>
          <a:xfrm>
            <a:off x="242375" y="530828"/>
            <a:ext cx="3576600" cy="378900"/>
          </a:xfrm>
          <a:prstGeom prst="rect">
            <a:avLst/>
          </a:prstGeom>
        </p:spPr>
        <p:txBody>
          <a:bodyPr anchorCtr="0" anchor="t" bIns="0" lIns="0" spcFirstLastPara="1" rIns="0" wrap="square" tIns="0">
            <a:spAutoFit/>
          </a:bodyPr>
          <a:lstStyle>
            <a:lvl1pPr lvl="0">
              <a:spcBef>
                <a:spcPts val="0"/>
              </a:spcBef>
              <a:spcAft>
                <a:spcPts val="0"/>
              </a:spcAft>
              <a:buSzPts val="2800"/>
              <a:buNone/>
              <a:defRPr sz="1000">
                <a:latin typeface="Space Grotesk"/>
                <a:ea typeface="Space Grotesk"/>
                <a:cs typeface="Space Grotesk"/>
                <a:sym typeface="Space Grotesk"/>
              </a:defRPr>
            </a:lvl1pPr>
            <a:lvl2pPr lvl="1">
              <a:spcBef>
                <a:spcPts val="0"/>
              </a:spcBef>
              <a:spcAft>
                <a:spcPts val="0"/>
              </a:spcAft>
              <a:buSzPts val="2800"/>
              <a:buNone/>
              <a:defRPr sz="1000">
                <a:latin typeface="Space Grotesk"/>
                <a:ea typeface="Space Grotesk"/>
                <a:cs typeface="Space Grotesk"/>
                <a:sym typeface="Space Grotesk"/>
              </a:defRPr>
            </a:lvl2pPr>
            <a:lvl3pPr lvl="2">
              <a:spcBef>
                <a:spcPts val="0"/>
              </a:spcBef>
              <a:spcAft>
                <a:spcPts val="0"/>
              </a:spcAft>
              <a:buSzPts val="2800"/>
              <a:buNone/>
              <a:defRPr sz="1000">
                <a:latin typeface="Space Grotesk"/>
                <a:ea typeface="Space Grotesk"/>
                <a:cs typeface="Space Grotesk"/>
                <a:sym typeface="Space Grotesk"/>
              </a:defRPr>
            </a:lvl3pPr>
            <a:lvl4pPr lvl="3">
              <a:spcBef>
                <a:spcPts val="0"/>
              </a:spcBef>
              <a:spcAft>
                <a:spcPts val="0"/>
              </a:spcAft>
              <a:buSzPts val="2800"/>
              <a:buNone/>
              <a:defRPr sz="1000">
                <a:latin typeface="Space Grotesk"/>
                <a:ea typeface="Space Grotesk"/>
                <a:cs typeface="Space Grotesk"/>
                <a:sym typeface="Space Grotesk"/>
              </a:defRPr>
            </a:lvl4pPr>
            <a:lvl5pPr lvl="4">
              <a:spcBef>
                <a:spcPts val="0"/>
              </a:spcBef>
              <a:spcAft>
                <a:spcPts val="0"/>
              </a:spcAft>
              <a:buSzPts val="2800"/>
              <a:buNone/>
              <a:defRPr sz="1000">
                <a:latin typeface="Space Grotesk"/>
                <a:ea typeface="Space Grotesk"/>
                <a:cs typeface="Space Grotesk"/>
                <a:sym typeface="Space Grotesk"/>
              </a:defRPr>
            </a:lvl5pPr>
            <a:lvl6pPr lvl="5">
              <a:spcBef>
                <a:spcPts val="0"/>
              </a:spcBef>
              <a:spcAft>
                <a:spcPts val="0"/>
              </a:spcAft>
              <a:buSzPts val="2800"/>
              <a:buNone/>
              <a:defRPr sz="1000">
                <a:latin typeface="Space Grotesk"/>
                <a:ea typeface="Space Grotesk"/>
                <a:cs typeface="Space Grotesk"/>
                <a:sym typeface="Space Grotesk"/>
              </a:defRPr>
            </a:lvl6pPr>
            <a:lvl7pPr lvl="6">
              <a:spcBef>
                <a:spcPts val="0"/>
              </a:spcBef>
              <a:spcAft>
                <a:spcPts val="0"/>
              </a:spcAft>
              <a:buSzPts val="2800"/>
              <a:buNone/>
              <a:defRPr sz="1000">
                <a:latin typeface="Space Grotesk"/>
                <a:ea typeface="Space Grotesk"/>
                <a:cs typeface="Space Grotesk"/>
                <a:sym typeface="Space Grotesk"/>
              </a:defRPr>
            </a:lvl7pPr>
            <a:lvl8pPr lvl="7">
              <a:spcBef>
                <a:spcPts val="0"/>
              </a:spcBef>
              <a:spcAft>
                <a:spcPts val="0"/>
              </a:spcAft>
              <a:buSzPts val="2800"/>
              <a:buNone/>
              <a:defRPr sz="1000">
                <a:latin typeface="Space Grotesk"/>
                <a:ea typeface="Space Grotesk"/>
                <a:cs typeface="Space Grotesk"/>
                <a:sym typeface="Space Grotesk"/>
              </a:defRPr>
            </a:lvl8pPr>
            <a:lvl9pPr lvl="8">
              <a:spcBef>
                <a:spcPts val="0"/>
              </a:spcBef>
              <a:spcAft>
                <a:spcPts val="0"/>
              </a:spcAft>
              <a:buSzPts val="2800"/>
              <a:buNone/>
              <a:defRPr sz="1000">
                <a:latin typeface="Space Grotesk"/>
                <a:ea typeface="Space Grotesk"/>
                <a:cs typeface="Space Grotesk"/>
                <a:sym typeface="Space Grotesk"/>
              </a:defRPr>
            </a:lvl9pPr>
          </a:lstStyle>
          <a:p/>
        </p:txBody>
      </p:sp>
      <p:sp>
        <p:nvSpPr>
          <p:cNvPr id="278" name="Google Shape;278;p16"/>
          <p:cNvSpPr txBox="1"/>
          <p:nvPr>
            <p:ph idx="2" type="title"/>
          </p:nvPr>
        </p:nvSpPr>
        <p:spPr>
          <a:xfrm>
            <a:off x="23689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Space Grotesk"/>
                <a:ea typeface="Space Grotesk"/>
                <a:cs typeface="Space Grotesk"/>
                <a:sym typeface="Space Grotesk"/>
              </a:defRPr>
            </a:lvl2pPr>
            <a:lvl3pPr lvl="2">
              <a:lnSpc>
                <a:spcPct val="115000"/>
              </a:lnSpc>
              <a:spcBef>
                <a:spcPts val="0"/>
              </a:spcBef>
              <a:spcAft>
                <a:spcPts val="0"/>
              </a:spcAft>
              <a:buSzPts val="2800"/>
              <a:buNone/>
              <a:defRPr sz="3000">
                <a:latin typeface="Space Grotesk"/>
                <a:ea typeface="Space Grotesk"/>
                <a:cs typeface="Space Grotesk"/>
                <a:sym typeface="Space Grotesk"/>
              </a:defRPr>
            </a:lvl3pPr>
            <a:lvl4pPr lvl="3">
              <a:lnSpc>
                <a:spcPct val="115000"/>
              </a:lnSpc>
              <a:spcBef>
                <a:spcPts val="0"/>
              </a:spcBef>
              <a:spcAft>
                <a:spcPts val="0"/>
              </a:spcAft>
              <a:buSzPts val="2800"/>
              <a:buNone/>
              <a:defRPr sz="3000">
                <a:latin typeface="Space Grotesk"/>
                <a:ea typeface="Space Grotesk"/>
                <a:cs typeface="Space Grotesk"/>
                <a:sym typeface="Space Grotesk"/>
              </a:defRPr>
            </a:lvl4pPr>
            <a:lvl5pPr lvl="4">
              <a:lnSpc>
                <a:spcPct val="115000"/>
              </a:lnSpc>
              <a:spcBef>
                <a:spcPts val="0"/>
              </a:spcBef>
              <a:spcAft>
                <a:spcPts val="0"/>
              </a:spcAft>
              <a:buSzPts val="2800"/>
              <a:buNone/>
              <a:defRPr sz="3000">
                <a:latin typeface="Space Grotesk"/>
                <a:ea typeface="Space Grotesk"/>
                <a:cs typeface="Space Grotesk"/>
                <a:sym typeface="Space Grotesk"/>
              </a:defRPr>
            </a:lvl5pPr>
            <a:lvl6pPr lvl="5">
              <a:lnSpc>
                <a:spcPct val="115000"/>
              </a:lnSpc>
              <a:spcBef>
                <a:spcPts val="0"/>
              </a:spcBef>
              <a:spcAft>
                <a:spcPts val="0"/>
              </a:spcAft>
              <a:buSzPts val="2800"/>
              <a:buNone/>
              <a:defRPr sz="3000">
                <a:latin typeface="Space Grotesk"/>
                <a:ea typeface="Space Grotesk"/>
                <a:cs typeface="Space Grotesk"/>
                <a:sym typeface="Space Grotesk"/>
              </a:defRPr>
            </a:lvl6pPr>
            <a:lvl7pPr lvl="6">
              <a:lnSpc>
                <a:spcPct val="115000"/>
              </a:lnSpc>
              <a:spcBef>
                <a:spcPts val="0"/>
              </a:spcBef>
              <a:spcAft>
                <a:spcPts val="0"/>
              </a:spcAft>
              <a:buSzPts val="2800"/>
              <a:buNone/>
              <a:defRPr sz="3000">
                <a:latin typeface="Space Grotesk"/>
                <a:ea typeface="Space Grotesk"/>
                <a:cs typeface="Space Grotesk"/>
                <a:sym typeface="Space Grotesk"/>
              </a:defRPr>
            </a:lvl7pPr>
            <a:lvl8pPr lvl="7">
              <a:lnSpc>
                <a:spcPct val="115000"/>
              </a:lnSpc>
              <a:spcBef>
                <a:spcPts val="0"/>
              </a:spcBef>
              <a:spcAft>
                <a:spcPts val="0"/>
              </a:spcAft>
              <a:buSzPts val="2800"/>
              <a:buNone/>
              <a:defRPr sz="3000">
                <a:latin typeface="Space Grotesk"/>
                <a:ea typeface="Space Grotesk"/>
                <a:cs typeface="Space Grotesk"/>
                <a:sym typeface="Space Grotesk"/>
              </a:defRPr>
            </a:lvl8pPr>
            <a:lvl9pPr lvl="8">
              <a:lnSpc>
                <a:spcPct val="115000"/>
              </a:lnSpc>
              <a:spcBef>
                <a:spcPts val="0"/>
              </a:spcBef>
              <a:spcAft>
                <a:spcPts val="0"/>
              </a:spcAft>
              <a:buSzPts val="2800"/>
              <a:buNone/>
              <a:defRPr sz="3000">
                <a:latin typeface="Space Grotesk"/>
                <a:ea typeface="Space Grotesk"/>
                <a:cs typeface="Space Grotesk"/>
                <a:sym typeface="Space Grotesk"/>
              </a:defRPr>
            </a:lvl9pPr>
          </a:lstStyle>
          <a:p/>
        </p:txBody>
      </p:sp>
      <p:grpSp>
        <p:nvGrpSpPr>
          <p:cNvPr id="279" name="Google Shape;279;p16"/>
          <p:cNvGrpSpPr/>
          <p:nvPr/>
        </p:nvGrpSpPr>
        <p:grpSpPr>
          <a:xfrm>
            <a:off x="-7338" y="1654487"/>
            <a:ext cx="9150854" cy="3491662"/>
            <a:chOff x="7059712" y="1295828"/>
            <a:chExt cx="2075400" cy="3601137"/>
          </a:xfrm>
        </p:grpSpPr>
        <p:sp>
          <p:nvSpPr>
            <p:cNvPr id="280" name="Google Shape;280;p16"/>
            <p:cNvSpPr/>
            <p:nvPr/>
          </p:nvSpPr>
          <p:spPr>
            <a:xfrm rot="-5400000">
              <a:off x="8683846" y="1589228"/>
              <a:ext cx="744600" cy="1578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1" name="Google Shape;281;p16"/>
            <p:cNvSpPr/>
            <p:nvPr/>
          </p:nvSpPr>
          <p:spPr>
            <a:xfrm rot="-5400000">
              <a:off x="7635137" y="2417525"/>
              <a:ext cx="511500" cy="16602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2" name="Google Shape;282;p16"/>
            <p:cNvSpPr/>
            <p:nvPr/>
          </p:nvSpPr>
          <p:spPr>
            <a:xfrm>
              <a:off x="7061153" y="2040415"/>
              <a:ext cx="1919400" cy="1052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3" name="Google Shape;283;p16"/>
            <p:cNvSpPr/>
            <p:nvPr/>
          </p:nvSpPr>
          <p:spPr>
            <a:xfrm rot="-5400000">
              <a:off x="7624952" y="3629915"/>
              <a:ext cx="703500" cy="1830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284" name="Google Shape;284;p16"/>
            <p:cNvSpPr/>
            <p:nvPr/>
          </p:nvSpPr>
          <p:spPr>
            <a:xfrm rot="-5400000">
              <a:off x="7696912" y="2785540"/>
              <a:ext cx="801000" cy="20754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285" name="Google Shape;285;p16"/>
          <p:cNvSpPr txBox="1"/>
          <p:nvPr>
            <p:ph idx="1" type="subTitle"/>
          </p:nvPr>
        </p:nvSpPr>
        <p:spPr>
          <a:xfrm>
            <a:off x="246850" y="2620050"/>
            <a:ext cx="6911700" cy="2271000"/>
          </a:xfrm>
          <a:prstGeom prst="rect">
            <a:avLst/>
          </a:prstGeom>
        </p:spPr>
        <p:txBody>
          <a:bodyPr anchorCtr="0" anchor="b" bIns="0" lIns="0" spcFirstLastPara="1" rIns="0" wrap="square" tIns="0">
            <a:normAutofit/>
          </a:bodyPr>
          <a:lstStyle>
            <a:lvl1pPr lvl="0">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1pPr>
            <a:lvl2pPr lvl="1">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2pPr>
            <a:lvl3pPr lvl="2">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3pPr>
            <a:lvl4pPr lvl="3">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4pPr>
            <a:lvl5pPr lvl="4">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5pPr>
            <a:lvl6pPr lvl="5">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6pPr>
            <a:lvl7pPr lvl="6">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7pPr>
            <a:lvl8pPr lvl="7">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8pPr>
            <a:lvl9pPr lvl="8">
              <a:lnSpc>
                <a:spcPct val="150000"/>
              </a:lnSpc>
              <a:spcBef>
                <a:spcPts val="0"/>
              </a:spcBef>
              <a:spcAft>
                <a:spcPts val="0"/>
              </a:spcAft>
              <a:buSzPts val="1500"/>
              <a:buFont typeface="Space Grotesk Medium"/>
              <a:buNone/>
              <a:defRPr sz="1500" u="sng">
                <a:highlight>
                  <a:schemeClr val="accent5"/>
                </a:highlight>
                <a:latin typeface="Space Grotesk Medium"/>
                <a:ea typeface="Space Grotesk Medium"/>
                <a:cs typeface="Space Grotesk Medium"/>
                <a:sym typeface="Space Grotesk Medium"/>
              </a:defRPr>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List">
  <p:cSld name="BLANK_1_1_1_1_1_1_1_1_1_1_1_2">
    <p:spTree>
      <p:nvGrpSpPr>
        <p:cNvPr id="286" name="Shape 286"/>
        <p:cNvGrpSpPr/>
        <p:nvPr/>
      </p:nvGrpSpPr>
      <p:grpSpPr>
        <a:xfrm>
          <a:off x="0" y="0"/>
          <a:ext cx="0" cy="0"/>
          <a:chOff x="0" y="0"/>
          <a:chExt cx="0" cy="0"/>
        </a:xfrm>
      </p:grpSpPr>
      <p:pic>
        <p:nvPicPr>
          <p:cNvPr id="287" name="Google Shape;287;p17"/>
          <p:cNvPicPr preferRelativeResize="0"/>
          <p:nvPr/>
        </p:nvPicPr>
        <p:blipFill rotWithShape="1">
          <a:blip r:embed="rId2">
            <a:alphaModFix/>
          </a:blip>
          <a:srcRect b="48372" l="72419" r="0" t="25661"/>
          <a:stretch/>
        </p:blipFill>
        <p:spPr>
          <a:xfrm>
            <a:off x="8451297" y="282525"/>
            <a:ext cx="305451" cy="287577"/>
          </a:xfrm>
          <a:prstGeom prst="rect">
            <a:avLst/>
          </a:prstGeom>
          <a:noFill/>
          <a:ln>
            <a:noFill/>
          </a:ln>
        </p:spPr>
      </p:pic>
      <p:sp>
        <p:nvSpPr>
          <p:cNvPr id="288" name="Google Shape;288;p17"/>
          <p:cNvSpPr txBox="1"/>
          <p:nvPr>
            <p:ph idx="1" type="subTitle"/>
          </p:nvPr>
        </p:nvSpPr>
        <p:spPr>
          <a:xfrm>
            <a:off x="246850"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2"/>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289" name="Google Shape;289;p17"/>
          <p:cNvSpPr txBox="1"/>
          <p:nvPr>
            <p:ph idx="2" type="subTitle"/>
          </p:nvPr>
        </p:nvSpPr>
        <p:spPr>
          <a:xfrm>
            <a:off x="246850"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0" name="Google Shape;290;p17"/>
          <p:cNvSpPr txBox="1"/>
          <p:nvPr>
            <p:ph idx="3" type="subTitle"/>
          </p:nvPr>
        </p:nvSpPr>
        <p:spPr>
          <a:xfrm>
            <a:off x="246850"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1" name="Google Shape;291;p17"/>
          <p:cNvSpPr txBox="1"/>
          <p:nvPr>
            <p:ph idx="4" type="subTitle"/>
          </p:nvPr>
        </p:nvSpPr>
        <p:spPr>
          <a:xfrm>
            <a:off x="3135975" y="2493274"/>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4"/>
                </a:highlight>
              </a:defRPr>
            </a:lvl1pPr>
            <a:lvl2pPr lvl="1">
              <a:lnSpc>
                <a:spcPct val="80000"/>
              </a:lnSpc>
              <a:spcBef>
                <a:spcPts val="0"/>
              </a:spcBef>
              <a:spcAft>
                <a:spcPts val="0"/>
              </a:spcAft>
              <a:buSzPts val="1500"/>
              <a:buFont typeface="Space Grotesk"/>
              <a:buNone/>
              <a:defRPr sz="1500">
                <a:highlight>
                  <a:schemeClr val="accent4"/>
                </a:highlight>
              </a:defRPr>
            </a:lvl2pPr>
            <a:lvl3pPr lvl="2">
              <a:lnSpc>
                <a:spcPct val="80000"/>
              </a:lnSpc>
              <a:spcBef>
                <a:spcPts val="0"/>
              </a:spcBef>
              <a:spcAft>
                <a:spcPts val="0"/>
              </a:spcAft>
              <a:buSzPts val="1500"/>
              <a:buFont typeface="Space Grotesk"/>
              <a:buNone/>
              <a:defRPr sz="1500">
                <a:highlight>
                  <a:schemeClr val="accent4"/>
                </a:highlight>
              </a:defRPr>
            </a:lvl3pPr>
            <a:lvl4pPr lvl="3">
              <a:lnSpc>
                <a:spcPct val="80000"/>
              </a:lnSpc>
              <a:spcBef>
                <a:spcPts val="0"/>
              </a:spcBef>
              <a:spcAft>
                <a:spcPts val="0"/>
              </a:spcAft>
              <a:buSzPts val="1500"/>
              <a:buFont typeface="Space Grotesk"/>
              <a:buNone/>
              <a:defRPr sz="1500">
                <a:highlight>
                  <a:schemeClr val="accent4"/>
                </a:highlight>
              </a:defRPr>
            </a:lvl4pPr>
            <a:lvl5pPr lvl="4">
              <a:lnSpc>
                <a:spcPct val="80000"/>
              </a:lnSpc>
              <a:spcBef>
                <a:spcPts val="0"/>
              </a:spcBef>
              <a:spcAft>
                <a:spcPts val="0"/>
              </a:spcAft>
              <a:buSzPts val="1500"/>
              <a:buFont typeface="Space Grotesk"/>
              <a:buNone/>
              <a:defRPr sz="1500">
                <a:highlight>
                  <a:schemeClr val="accent4"/>
                </a:highlight>
              </a:defRPr>
            </a:lvl5pPr>
            <a:lvl6pPr lvl="5">
              <a:lnSpc>
                <a:spcPct val="80000"/>
              </a:lnSpc>
              <a:spcBef>
                <a:spcPts val="0"/>
              </a:spcBef>
              <a:spcAft>
                <a:spcPts val="0"/>
              </a:spcAft>
              <a:buSzPts val="1500"/>
              <a:buFont typeface="Space Grotesk"/>
              <a:buNone/>
              <a:defRPr sz="1500">
                <a:highlight>
                  <a:schemeClr val="accent4"/>
                </a:highlight>
              </a:defRPr>
            </a:lvl6pPr>
            <a:lvl7pPr lvl="6">
              <a:lnSpc>
                <a:spcPct val="80000"/>
              </a:lnSpc>
              <a:spcBef>
                <a:spcPts val="0"/>
              </a:spcBef>
              <a:spcAft>
                <a:spcPts val="0"/>
              </a:spcAft>
              <a:buSzPts val="1500"/>
              <a:buFont typeface="Space Grotesk"/>
              <a:buNone/>
              <a:defRPr sz="1500">
                <a:highlight>
                  <a:schemeClr val="accent4"/>
                </a:highlight>
              </a:defRPr>
            </a:lvl7pPr>
            <a:lvl8pPr lvl="7">
              <a:lnSpc>
                <a:spcPct val="80000"/>
              </a:lnSpc>
              <a:spcBef>
                <a:spcPts val="0"/>
              </a:spcBef>
              <a:spcAft>
                <a:spcPts val="0"/>
              </a:spcAft>
              <a:buSzPts val="1500"/>
              <a:buFont typeface="Space Grotesk"/>
              <a:buNone/>
              <a:defRPr sz="1500">
                <a:highlight>
                  <a:schemeClr val="accent4"/>
                </a:highlight>
              </a:defRPr>
            </a:lvl8pPr>
            <a:lvl9pPr lvl="8">
              <a:lnSpc>
                <a:spcPct val="80000"/>
              </a:lnSpc>
              <a:spcBef>
                <a:spcPts val="0"/>
              </a:spcBef>
              <a:spcAft>
                <a:spcPts val="0"/>
              </a:spcAft>
              <a:buSzPts val="1500"/>
              <a:buFont typeface="Space Grotesk"/>
              <a:buNone/>
              <a:defRPr sz="1500">
                <a:highlight>
                  <a:schemeClr val="accent4"/>
                </a:highlight>
              </a:defRPr>
            </a:lvl9pPr>
          </a:lstStyle>
          <a:p/>
        </p:txBody>
      </p:sp>
      <p:sp>
        <p:nvSpPr>
          <p:cNvPr id="292" name="Google Shape;292;p17"/>
          <p:cNvSpPr txBox="1"/>
          <p:nvPr>
            <p:ph idx="5" type="subTitle"/>
          </p:nvPr>
        </p:nvSpPr>
        <p:spPr>
          <a:xfrm>
            <a:off x="3135975" y="4097621"/>
            <a:ext cx="2781000" cy="3540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500"/>
              <a:buFont typeface="Space Grotesk"/>
              <a:buNone/>
              <a:defRPr sz="1500">
                <a:highlight>
                  <a:schemeClr val="accent5"/>
                </a:highlight>
              </a:defRPr>
            </a:lvl1pPr>
            <a:lvl2pPr lvl="1">
              <a:lnSpc>
                <a:spcPct val="80000"/>
              </a:lnSpc>
              <a:spcBef>
                <a:spcPts val="0"/>
              </a:spcBef>
              <a:spcAft>
                <a:spcPts val="0"/>
              </a:spcAft>
              <a:buSzPts val="1500"/>
              <a:buFont typeface="Space Grotesk"/>
              <a:buNone/>
              <a:defRPr sz="1500"/>
            </a:lvl2pPr>
            <a:lvl3pPr lvl="2">
              <a:lnSpc>
                <a:spcPct val="80000"/>
              </a:lnSpc>
              <a:spcBef>
                <a:spcPts val="0"/>
              </a:spcBef>
              <a:spcAft>
                <a:spcPts val="0"/>
              </a:spcAft>
              <a:buSzPts val="1500"/>
              <a:buFont typeface="Space Grotesk"/>
              <a:buNone/>
              <a:defRPr sz="1500"/>
            </a:lvl3pPr>
            <a:lvl4pPr lvl="3">
              <a:lnSpc>
                <a:spcPct val="80000"/>
              </a:lnSpc>
              <a:spcBef>
                <a:spcPts val="0"/>
              </a:spcBef>
              <a:spcAft>
                <a:spcPts val="0"/>
              </a:spcAft>
              <a:buSzPts val="1500"/>
              <a:buFont typeface="Space Grotesk"/>
              <a:buNone/>
              <a:defRPr sz="1500"/>
            </a:lvl4pPr>
            <a:lvl5pPr lvl="4">
              <a:lnSpc>
                <a:spcPct val="80000"/>
              </a:lnSpc>
              <a:spcBef>
                <a:spcPts val="0"/>
              </a:spcBef>
              <a:spcAft>
                <a:spcPts val="0"/>
              </a:spcAft>
              <a:buSzPts val="1500"/>
              <a:buFont typeface="Space Grotesk"/>
              <a:buNone/>
              <a:defRPr sz="1500"/>
            </a:lvl5pPr>
            <a:lvl6pPr lvl="5">
              <a:lnSpc>
                <a:spcPct val="80000"/>
              </a:lnSpc>
              <a:spcBef>
                <a:spcPts val="0"/>
              </a:spcBef>
              <a:spcAft>
                <a:spcPts val="0"/>
              </a:spcAft>
              <a:buSzPts val="1500"/>
              <a:buFont typeface="Space Grotesk"/>
              <a:buNone/>
              <a:defRPr sz="1500"/>
            </a:lvl6pPr>
            <a:lvl7pPr lvl="6">
              <a:lnSpc>
                <a:spcPct val="80000"/>
              </a:lnSpc>
              <a:spcBef>
                <a:spcPts val="0"/>
              </a:spcBef>
              <a:spcAft>
                <a:spcPts val="0"/>
              </a:spcAft>
              <a:buSzPts val="1500"/>
              <a:buFont typeface="Space Grotesk"/>
              <a:buNone/>
              <a:defRPr sz="1500"/>
            </a:lvl7pPr>
            <a:lvl8pPr lvl="7">
              <a:lnSpc>
                <a:spcPct val="80000"/>
              </a:lnSpc>
              <a:spcBef>
                <a:spcPts val="0"/>
              </a:spcBef>
              <a:spcAft>
                <a:spcPts val="0"/>
              </a:spcAft>
              <a:buSzPts val="1500"/>
              <a:buFont typeface="Space Grotesk"/>
              <a:buNone/>
              <a:defRPr sz="1500"/>
            </a:lvl8pPr>
            <a:lvl9pPr lvl="8">
              <a:lnSpc>
                <a:spcPct val="80000"/>
              </a:lnSpc>
              <a:spcBef>
                <a:spcPts val="0"/>
              </a:spcBef>
              <a:spcAft>
                <a:spcPts val="0"/>
              </a:spcAft>
              <a:buSzPts val="1500"/>
              <a:buFont typeface="Space Grotesk"/>
              <a:buNone/>
              <a:defRPr sz="1500"/>
            </a:lvl9pPr>
          </a:lstStyle>
          <a:p/>
        </p:txBody>
      </p:sp>
      <p:sp>
        <p:nvSpPr>
          <p:cNvPr id="293" name="Google Shape;293;p17"/>
          <p:cNvSpPr txBox="1"/>
          <p:nvPr>
            <p:ph type="title"/>
          </p:nvPr>
        </p:nvSpPr>
        <p:spPr>
          <a:xfrm>
            <a:off x="237641" y="203879"/>
            <a:ext cx="6480300" cy="212400"/>
          </a:xfrm>
          <a:prstGeom prst="rect">
            <a:avLst/>
          </a:prstGeom>
        </p:spPr>
        <p:txBody>
          <a:bodyPr anchorCtr="0" anchor="t" bIns="0" lIns="0" spcFirstLastPara="1" rIns="0" wrap="square" tIns="0">
            <a:spAutoFit/>
          </a:bodyPr>
          <a:lstStyle>
            <a:lvl1pPr lvl="0">
              <a:spcBef>
                <a:spcPts val="0"/>
              </a:spcBef>
              <a:spcAft>
                <a:spcPts val="0"/>
              </a:spcAft>
              <a:buSzPts val="2800"/>
              <a:buNone/>
              <a:defRPr sz="1500"/>
            </a:lvl1pPr>
            <a:lvl2pPr lvl="1">
              <a:lnSpc>
                <a:spcPct val="115000"/>
              </a:lnSpc>
              <a:spcBef>
                <a:spcPts val="0"/>
              </a:spcBef>
              <a:spcAft>
                <a:spcPts val="0"/>
              </a:spcAft>
              <a:buSzPts val="2800"/>
              <a:buNone/>
              <a:defRPr sz="3000">
                <a:latin typeface="Arial"/>
                <a:ea typeface="Arial"/>
                <a:cs typeface="Arial"/>
                <a:sym typeface="Arial"/>
              </a:defRPr>
            </a:lvl2pPr>
            <a:lvl3pPr lvl="2">
              <a:lnSpc>
                <a:spcPct val="115000"/>
              </a:lnSpc>
              <a:spcBef>
                <a:spcPts val="0"/>
              </a:spcBef>
              <a:spcAft>
                <a:spcPts val="0"/>
              </a:spcAft>
              <a:buSzPts val="2800"/>
              <a:buNone/>
              <a:defRPr sz="3000">
                <a:latin typeface="Arial"/>
                <a:ea typeface="Arial"/>
                <a:cs typeface="Arial"/>
                <a:sym typeface="Arial"/>
              </a:defRPr>
            </a:lvl3pPr>
            <a:lvl4pPr lvl="3">
              <a:lnSpc>
                <a:spcPct val="115000"/>
              </a:lnSpc>
              <a:spcBef>
                <a:spcPts val="0"/>
              </a:spcBef>
              <a:spcAft>
                <a:spcPts val="0"/>
              </a:spcAft>
              <a:buSzPts val="2800"/>
              <a:buNone/>
              <a:defRPr sz="3000">
                <a:latin typeface="Arial"/>
                <a:ea typeface="Arial"/>
                <a:cs typeface="Arial"/>
                <a:sym typeface="Arial"/>
              </a:defRPr>
            </a:lvl4pPr>
            <a:lvl5pPr lvl="4">
              <a:lnSpc>
                <a:spcPct val="115000"/>
              </a:lnSpc>
              <a:spcBef>
                <a:spcPts val="0"/>
              </a:spcBef>
              <a:spcAft>
                <a:spcPts val="0"/>
              </a:spcAft>
              <a:buSzPts val="2800"/>
              <a:buNone/>
              <a:defRPr sz="3000">
                <a:latin typeface="Arial"/>
                <a:ea typeface="Arial"/>
                <a:cs typeface="Arial"/>
                <a:sym typeface="Arial"/>
              </a:defRPr>
            </a:lvl5pPr>
            <a:lvl6pPr lvl="5">
              <a:lnSpc>
                <a:spcPct val="115000"/>
              </a:lnSpc>
              <a:spcBef>
                <a:spcPts val="0"/>
              </a:spcBef>
              <a:spcAft>
                <a:spcPts val="0"/>
              </a:spcAft>
              <a:buSzPts val="2800"/>
              <a:buNone/>
              <a:defRPr sz="3000">
                <a:latin typeface="Arial"/>
                <a:ea typeface="Arial"/>
                <a:cs typeface="Arial"/>
                <a:sym typeface="Arial"/>
              </a:defRPr>
            </a:lvl6pPr>
            <a:lvl7pPr lvl="6">
              <a:lnSpc>
                <a:spcPct val="115000"/>
              </a:lnSpc>
              <a:spcBef>
                <a:spcPts val="0"/>
              </a:spcBef>
              <a:spcAft>
                <a:spcPts val="0"/>
              </a:spcAft>
              <a:buSzPts val="2800"/>
              <a:buNone/>
              <a:defRPr sz="3000">
                <a:latin typeface="Arial"/>
                <a:ea typeface="Arial"/>
                <a:cs typeface="Arial"/>
                <a:sym typeface="Arial"/>
              </a:defRPr>
            </a:lvl7pPr>
            <a:lvl8pPr lvl="7">
              <a:lnSpc>
                <a:spcPct val="115000"/>
              </a:lnSpc>
              <a:spcBef>
                <a:spcPts val="0"/>
              </a:spcBef>
              <a:spcAft>
                <a:spcPts val="0"/>
              </a:spcAft>
              <a:buSzPts val="2800"/>
              <a:buNone/>
              <a:defRPr sz="3000">
                <a:latin typeface="Arial"/>
                <a:ea typeface="Arial"/>
                <a:cs typeface="Arial"/>
                <a:sym typeface="Arial"/>
              </a:defRPr>
            </a:lvl8pPr>
            <a:lvl9pPr lvl="8">
              <a:lnSpc>
                <a:spcPct val="115000"/>
              </a:lnSpc>
              <a:spcBef>
                <a:spcPts val="0"/>
              </a:spcBef>
              <a:spcAft>
                <a:spcPts val="0"/>
              </a:spcAft>
              <a:buSzPts val="2800"/>
              <a:buNone/>
              <a:defRPr sz="3000">
                <a:latin typeface="Arial"/>
                <a:ea typeface="Arial"/>
                <a:cs typeface="Arial"/>
                <a:sym typeface="Arial"/>
              </a:defRPr>
            </a:lvl9pPr>
          </a:lstStyle>
          <a:p/>
        </p:txBody>
      </p:sp>
      <p:sp>
        <p:nvSpPr>
          <p:cNvPr id="294" name="Google Shape;294;p17"/>
          <p:cNvSpPr txBox="1"/>
          <p:nvPr>
            <p:ph idx="6" type="subTitle"/>
          </p:nvPr>
        </p:nvSpPr>
        <p:spPr>
          <a:xfrm>
            <a:off x="246850"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5" name="Google Shape;295;p17"/>
          <p:cNvSpPr txBox="1"/>
          <p:nvPr>
            <p:ph idx="7" type="subTitle"/>
          </p:nvPr>
        </p:nvSpPr>
        <p:spPr>
          <a:xfrm>
            <a:off x="246850"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6" name="Google Shape;296;p17"/>
          <p:cNvSpPr txBox="1"/>
          <p:nvPr>
            <p:ph idx="8" type="subTitle"/>
          </p:nvPr>
        </p:nvSpPr>
        <p:spPr>
          <a:xfrm>
            <a:off x="246850" y="40982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7" name="Google Shape;297;p17"/>
          <p:cNvSpPr txBox="1"/>
          <p:nvPr>
            <p:ph idx="9" type="subTitle"/>
          </p:nvPr>
        </p:nvSpPr>
        <p:spPr>
          <a:xfrm>
            <a:off x="246850" y="42613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298" name="Google Shape;298;p17"/>
          <p:cNvSpPr txBox="1"/>
          <p:nvPr>
            <p:ph idx="13" type="subTitle"/>
          </p:nvPr>
        </p:nvSpPr>
        <p:spPr>
          <a:xfrm>
            <a:off x="3135975" y="2938475"/>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299" name="Google Shape;299;p17"/>
          <p:cNvSpPr txBox="1"/>
          <p:nvPr>
            <p:ph idx="14" type="subTitle"/>
          </p:nvPr>
        </p:nvSpPr>
        <p:spPr>
          <a:xfrm>
            <a:off x="3135975" y="3101490"/>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00" name="Google Shape;300;p17"/>
          <p:cNvSpPr txBox="1"/>
          <p:nvPr>
            <p:ph idx="15" type="subTitle"/>
          </p:nvPr>
        </p:nvSpPr>
        <p:spPr>
          <a:xfrm>
            <a:off x="3135975" y="3513916"/>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1" name="Google Shape;301;p17"/>
          <p:cNvSpPr txBox="1"/>
          <p:nvPr>
            <p:ph idx="16" type="subTitle"/>
          </p:nvPr>
        </p:nvSpPr>
        <p:spPr>
          <a:xfrm>
            <a:off x="3135975" y="3676931"/>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
        <p:nvSpPr>
          <p:cNvPr id="302" name="Google Shape;302;p17"/>
          <p:cNvSpPr txBox="1"/>
          <p:nvPr>
            <p:ph idx="17" type="subTitle"/>
          </p:nvPr>
        </p:nvSpPr>
        <p:spPr>
          <a:xfrm>
            <a:off x="3135975" y="4546391"/>
            <a:ext cx="27930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1pPr>
            <a:lvl2pPr lvl="1">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2pPr>
            <a:lvl3pPr lvl="2">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3pPr>
            <a:lvl4pPr lvl="3">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4pPr>
            <a:lvl5pPr lvl="4">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5pPr>
            <a:lvl6pPr lvl="5">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6pPr>
            <a:lvl7pPr lvl="6">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7pPr>
            <a:lvl8pPr lvl="7">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8pPr>
            <a:lvl9pPr lvl="8">
              <a:lnSpc>
                <a:spcPct val="80000"/>
              </a:lnSpc>
              <a:spcBef>
                <a:spcPts val="0"/>
              </a:spcBef>
              <a:spcAft>
                <a:spcPts val="0"/>
              </a:spcAft>
              <a:buSzPts val="1000"/>
              <a:buFont typeface="Space Grotesk Medium"/>
              <a:buNone/>
              <a:defRPr sz="1000">
                <a:latin typeface="Space Grotesk Medium"/>
                <a:ea typeface="Space Grotesk Medium"/>
                <a:cs typeface="Space Grotesk Medium"/>
                <a:sym typeface="Space Grotesk Medium"/>
              </a:defRPr>
            </a:lvl9pPr>
          </a:lstStyle>
          <a:p/>
        </p:txBody>
      </p:sp>
      <p:sp>
        <p:nvSpPr>
          <p:cNvPr id="303" name="Google Shape;303;p17"/>
          <p:cNvSpPr txBox="1"/>
          <p:nvPr>
            <p:ph idx="18" type="subTitle"/>
          </p:nvPr>
        </p:nvSpPr>
        <p:spPr>
          <a:xfrm>
            <a:off x="3135975" y="4709406"/>
            <a:ext cx="2695800" cy="181500"/>
          </a:xfrm>
          <a:prstGeom prst="rect">
            <a:avLst/>
          </a:prstGeom>
        </p:spPr>
        <p:txBody>
          <a:bodyPr anchorCtr="0" anchor="ctr" bIns="0" lIns="0" spcFirstLastPara="1" rIns="0" wrap="square" tIns="0">
            <a:normAutofit/>
          </a:bodyPr>
          <a:lstStyle>
            <a:lvl1pPr lvl="0">
              <a:lnSpc>
                <a:spcPct val="80000"/>
              </a:lnSpc>
              <a:spcBef>
                <a:spcPts val="0"/>
              </a:spcBef>
              <a:spcAft>
                <a:spcPts val="0"/>
              </a:spcAft>
              <a:buSzPts val="1000"/>
              <a:buFont typeface="Space Grotesk"/>
              <a:buNone/>
              <a:defRPr sz="1000"/>
            </a:lvl1pPr>
            <a:lvl2pPr lvl="1">
              <a:lnSpc>
                <a:spcPct val="80000"/>
              </a:lnSpc>
              <a:spcBef>
                <a:spcPts val="0"/>
              </a:spcBef>
              <a:spcAft>
                <a:spcPts val="0"/>
              </a:spcAft>
              <a:buSzPts val="1000"/>
              <a:buFont typeface="Space Grotesk"/>
              <a:buNone/>
              <a:defRPr sz="1000"/>
            </a:lvl2pPr>
            <a:lvl3pPr lvl="2">
              <a:lnSpc>
                <a:spcPct val="80000"/>
              </a:lnSpc>
              <a:spcBef>
                <a:spcPts val="0"/>
              </a:spcBef>
              <a:spcAft>
                <a:spcPts val="0"/>
              </a:spcAft>
              <a:buSzPts val="1000"/>
              <a:buFont typeface="Space Grotesk"/>
              <a:buNone/>
              <a:defRPr sz="1000"/>
            </a:lvl3pPr>
            <a:lvl4pPr lvl="3">
              <a:lnSpc>
                <a:spcPct val="80000"/>
              </a:lnSpc>
              <a:spcBef>
                <a:spcPts val="0"/>
              </a:spcBef>
              <a:spcAft>
                <a:spcPts val="0"/>
              </a:spcAft>
              <a:buSzPts val="1000"/>
              <a:buFont typeface="Space Grotesk"/>
              <a:buNone/>
              <a:defRPr sz="1000"/>
            </a:lvl4pPr>
            <a:lvl5pPr lvl="4">
              <a:lnSpc>
                <a:spcPct val="80000"/>
              </a:lnSpc>
              <a:spcBef>
                <a:spcPts val="0"/>
              </a:spcBef>
              <a:spcAft>
                <a:spcPts val="0"/>
              </a:spcAft>
              <a:buSzPts val="1000"/>
              <a:buFont typeface="Space Grotesk"/>
              <a:buNone/>
              <a:defRPr sz="1000"/>
            </a:lvl5pPr>
            <a:lvl6pPr lvl="5">
              <a:lnSpc>
                <a:spcPct val="80000"/>
              </a:lnSpc>
              <a:spcBef>
                <a:spcPts val="0"/>
              </a:spcBef>
              <a:spcAft>
                <a:spcPts val="0"/>
              </a:spcAft>
              <a:buSzPts val="1000"/>
              <a:buFont typeface="Space Grotesk"/>
              <a:buNone/>
              <a:defRPr sz="1000"/>
            </a:lvl6pPr>
            <a:lvl7pPr lvl="6">
              <a:lnSpc>
                <a:spcPct val="80000"/>
              </a:lnSpc>
              <a:spcBef>
                <a:spcPts val="0"/>
              </a:spcBef>
              <a:spcAft>
                <a:spcPts val="0"/>
              </a:spcAft>
              <a:buSzPts val="1000"/>
              <a:buFont typeface="Space Grotesk"/>
              <a:buNone/>
              <a:defRPr sz="1000"/>
            </a:lvl7pPr>
            <a:lvl8pPr lvl="7">
              <a:lnSpc>
                <a:spcPct val="80000"/>
              </a:lnSpc>
              <a:spcBef>
                <a:spcPts val="0"/>
              </a:spcBef>
              <a:spcAft>
                <a:spcPts val="0"/>
              </a:spcAft>
              <a:buSzPts val="1000"/>
              <a:buFont typeface="Space Grotesk"/>
              <a:buNone/>
              <a:defRPr sz="1000"/>
            </a:lvl8pPr>
            <a:lvl9pPr lvl="8">
              <a:lnSpc>
                <a:spcPct val="80000"/>
              </a:lnSpc>
              <a:spcBef>
                <a:spcPts val="0"/>
              </a:spcBef>
              <a:spcAft>
                <a:spcPts val="0"/>
              </a:spcAft>
              <a:buSzPts val="1000"/>
              <a:buFont typeface="Space Grotesk"/>
              <a:buNone/>
              <a:defRPr sz="1000"/>
            </a:lvl9pPr>
          </a:lstStyle>
          <a:p/>
        </p:txBody>
      </p:sp>
    </p:spTree>
  </p:cSld>
  <p:clrMapOvr>
    <a:masterClrMapping/>
  </p:clrMapOvr>
  <p:extLst>
    <p:ext uri="{DCECCB84-F9BA-43D5-87BE-67443E8EF086}">
      <p15:sldGuideLst>
        <p15:guide id="1" orient="horz" pos="468">
          <p15:clr>
            <a:srgbClr val="E46962"/>
          </p15:clr>
        </p15:guide>
        <p15:guide id="2" orient="horz" pos="3081">
          <p15:clr>
            <a:srgbClr val="E46962"/>
          </p15:clr>
        </p15:guide>
        <p15:guide id="3" pos="454">
          <p15:clr>
            <a:srgbClr val="E46962"/>
          </p15:clr>
        </p15:guide>
        <p15:guide id="4" pos="560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BLANK_1_1_1_1_1_1_1_1_1_1_1_1_1_1_1_1_2_1_1">
    <p:spTree>
      <p:nvGrpSpPr>
        <p:cNvPr id="304" name="Shape 304"/>
        <p:cNvGrpSpPr/>
        <p:nvPr/>
      </p:nvGrpSpPr>
      <p:grpSpPr>
        <a:xfrm>
          <a:off x="0" y="0"/>
          <a:ext cx="0" cy="0"/>
          <a:chOff x="0" y="0"/>
          <a:chExt cx="0" cy="0"/>
        </a:xfrm>
      </p:grpSpPr>
      <p:grpSp>
        <p:nvGrpSpPr>
          <p:cNvPr id="305" name="Google Shape;305;p18"/>
          <p:cNvGrpSpPr/>
          <p:nvPr/>
        </p:nvGrpSpPr>
        <p:grpSpPr>
          <a:xfrm>
            <a:off x="3343784" y="3174433"/>
            <a:ext cx="4804343" cy="1969075"/>
            <a:chOff x="4110075" y="3174500"/>
            <a:chExt cx="4385125" cy="2181075"/>
          </a:xfrm>
        </p:grpSpPr>
        <p:sp>
          <p:nvSpPr>
            <p:cNvPr id="306" name="Google Shape;306;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07" name="Google Shape;307;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08" name="Google Shape;308;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grpSp>
        <p:nvGrpSpPr>
          <p:cNvPr id="309" name="Google Shape;309;p18"/>
          <p:cNvGrpSpPr/>
          <p:nvPr/>
        </p:nvGrpSpPr>
        <p:grpSpPr>
          <a:xfrm>
            <a:off x="4340393" y="1752191"/>
            <a:ext cx="4804343" cy="1969075"/>
            <a:chOff x="4110075" y="3174500"/>
            <a:chExt cx="4385125" cy="2181075"/>
          </a:xfrm>
        </p:grpSpPr>
        <p:sp>
          <p:nvSpPr>
            <p:cNvPr id="310" name="Google Shape;310;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1" name="Google Shape;311;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2" name="Google Shape;312;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13" name="Google Shape;313;p18"/>
          <p:cNvGrpSpPr/>
          <p:nvPr/>
        </p:nvGrpSpPr>
        <p:grpSpPr>
          <a:xfrm>
            <a:off x="4790942" y="0"/>
            <a:ext cx="4353074" cy="2254435"/>
            <a:chOff x="5469800" y="-26200"/>
            <a:chExt cx="3674100" cy="2368850"/>
          </a:xfrm>
        </p:grpSpPr>
        <p:sp>
          <p:nvSpPr>
            <p:cNvPr id="314" name="Google Shape;314;p18"/>
            <p:cNvSpPr/>
            <p:nvPr/>
          </p:nvSpPr>
          <p:spPr>
            <a:xfrm>
              <a:off x="5701100" y="1018750"/>
              <a:ext cx="3442800" cy="13239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5" name="Google Shape;315;p18"/>
            <p:cNvSpPr/>
            <p:nvPr/>
          </p:nvSpPr>
          <p:spPr>
            <a:xfrm>
              <a:off x="5469800" y="-26200"/>
              <a:ext cx="3674100" cy="19446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316" name="Google Shape;316;p18"/>
          <p:cNvGrpSpPr/>
          <p:nvPr/>
        </p:nvGrpSpPr>
        <p:grpSpPr>
          <a:xfrm>
            <a:off x="4340407" y="3174433"/>
            <a:ext cx="4804343" cy="1969075"/>
            <a:chOff x="4110075" y="3174500"/>
            <a:chExt cx="4385125" cy="2181075"/>
          </a:xfrm>
        </p:grpSpPr>
        <p:sp>
          <p:nvSpPr>
            <p:cNvPr id="317" name="Google Shape;317;p18"/>
            <p:cNvSpPr/>
            <p:nvPr/>
          </p:nvSpPr>
          <p:spPr>
            <a:xfrm>
              <a:off x="5326300" y="4270475"/>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8" name="Google Shape;318;p18"/>
            <p:cNvSpPr/>
            <p:nvPr/>
          </p:nvSpPr>
          <p:spPr>
            <a:xfrm>
              <a:off x="4707825" y="36987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319" name="Google Shape;319;p18"/>
            <p:cNvSpPr/>
            <p:nvPr/>
          </p:nvSpPr>
          <p:spPr>
            <a:xfrm>
              <a:off x="4110075" y="3174500"/>
              <a:ext cx="3168900" cy="1085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320" name="Google Shape;320;p18"/>
          <p:cNvSpPr txBox="1"/>
          <p:nvPr>
            <p:ph idx="1" type="subTitle"/>
          </p:nvPr>
        </p:nvSpPr>
        <p:spPr>
          <a:xfrm>
            <a:off x="5619076" y="1752200"/>
            <a:ext cx="22476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1" name="Google Shape;321;p18"/>
          <p:cNvSpPr txBox="1"/>
          <p:nvPr>
            <p:ph idx="2" type="subTitle"/>
          </p:nvPr>
        </p:nvSpPr>
        <p:spPr>
          <a:xfrm>
            <a:off x="5619076" y="2971501"/>
            <a:ext cx="2291400" cy="4866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2" name="Google Shape;322;p18"/>
          <p:cNvSpPr txBox="1"/>
          <p:nvPr>
            <p:ph idx="3" type="subTitle"/>
          </p:nvPr>
        </p:nvSpPr>
        <p:spPr>
          <a:xfrm>
            <a:off x="5619076" y="603850"/>
            <a:ext cx="2291400" cy="506700"/>
          </a:xfrm>
          <a:prstGeom prst="rect">
            <a:avLst/>
          </a:prstGeom>
        </p:spPr>
        <p:txBody>
          <a:bodyPr anchorCtr="0" anchor="b" bIns="0" lIns="0" spcFirstLastPara="1" rIns="0" wrap="square" tIns="0">
            <a:noAutofit/>
          </a:bodyPr>
          <a:lstStyle>
            <a:lvl1pPr lvl="0">
              <a:lnSpc>
                <a:spcPct val="80000"/>
              </a:lnSpc>
              <a:spcBef>
                <a:spcPts val="0"/>
              </a:spcBef>
              <a:spcAft>
                <a:spcPts val="0"/>
              </a:spcAft>
              <a:buSzPts val="1500"/>
              <a:buNone/>
              <a:defRPr sz="1500"/>
            </a:lvl1pPr>
            <a:lvl2pPr lvl="1">
              <a:lnSpc>
                <a:spcPct val="80000"/>
              </a:lnSpc>
              <a:spcBef>
                <a:spcPts val="0"/>
              </a:spcBef>
              <a:spcAft>
                <a:spcPts val="0"/>
              </a:spcAft>
              <a:buSzPts val="1500"/>
              <a:buNone/>
              <a:defRPr sz="1500"/>
            </a:lvl2pPr>
            <a:lvl3pPr lvl="2">
              <a:lnSpc>
                <a:spcPct val="80000"/>
              </a:lnSpc>
              <a:spcBef>
                <a:spcPts val="0"/>
              </a:spcBef>
              <a:spcAft>
                <a:spcPts val="0"/>
              </a:spcAft>
              <a:buSzPts val="1500"/>
              <a:buNone/>
              <a:defRPr sz="1500"/>
            </a:lvl3pPr>
            <a:lvl4pPr lvl="3">
              <a:lnSpc>
                <a:spcPct val="80000"/>
              </a:lnSpc>
              <a:spcBef>
                <a:spcPts val="0"/>
              </a:spcBef>
              <a:spcAft>
                <a:spcPts val="0"/>
              </a:spcAft>
              <a:buSzPts val="1500"/>
              <a:buNone/>
              <a:defRPr sz="1500"/>
            </a:lvl4pPr>
            <a:lvl5pPr lvl="4">
              <a:lnSpc>
                <a:spcPct val="80000"/>
              </a:lnSpc>
              <a:spcBef>
                <a:spcPts val="0"/>
              </a:spcBef>
              <a:spcAft>
                <a:spcPts val="0"/>
              </a:spcAft>
              <a:buSzPts val="1500"/>
              <a:buNone/>
              <a:defRPr sz="1500"/>
            </a:lvl5pPr>
            <a:lvl6pPr lvl="5">
              <a:lnSpc>
                <a:spcPct val="80000"/>
              </a:lnSpc>
              <a:spcBef>
                <a:spcPts val="0"/>
              </a:spcBef>
              <a:spcAft>
                <a:spcPts val="0"/>
              </a:spcAft>
              <a:buSzPts val="1500"/>
              <a:buNone/>
              <a:defRPr sz="1500"/>
            </a:lvl6pPr>
            <a:lvl7pPr lvl="6">
              <a:lnSpc>
                <a:spcPct val="80000"/>
              </a:lnSpc>
              <a:spcBef>
                <a:spcPts val="0"/>
              </a:spcBef>
              <a:spcAft>
                <a:spcPts val="0"/>
              </a:spcAft>
              <a:buSzPts val="1500"/>
              <a:buNone/>
              <a:defRPr sz="1500"/>
            </a:lvl7pPr>
            <a:lvl8pPr lvl="7">
              <a:lnSpc>
                <a:spcPct val="80000"/>
              </a:lnSpc>
              <a:spcBef>
                <a:spcPts val="0"/>
              </a:spcBef>
              <a:spcAft>
                <a:spcPts val="0"/>
              </a:spcAft>
              <a:buSzPts val="1500"/>
              <a:buNone/>
              <a:defRPr sz="1500"/>
            </a:lvl8pPr>
            <a:lvl9pPr lvl="8">
              <a:lnSpc>
                <a:spcPct val="80000"/>
              </a:lnSpc>
              <a:spcBef>
                <a:spcPts val="0"/>
              </a:spcBef>
              <a:spcAft>
                <a:spcPts val="0"/>
              </a:spcAft>
              <a:buSzPts val="1500"/>
              <a:buNone/>
              <a:defRPr sz="1500"/>
            </a:lvl9pPr>
          </a:lstStyle>
          <a:p/>
        </p:txBody>
      </p:sp>
      <p:sp>
        <p:nvSpPr>
          <p:cNvPr id="323" name="Google Shape;323;p18"/>
          <p:cNvSpPr txBox="1"/>
          <p:nvPr>
            <p:ph idx="4" type="subTitle"/>
          </p:nvPr>
        </p:nvSpPr>
        <p:spPr>
          <a:xfrm>
            <a:off x="5619076" y="2339999"/>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4" name="Google Shape;324;p18"/>
          <p:cNvSpPr txBox="1"/>
          <p:nvPr>
            <p:ph idx="5" type="subTitle"/>
          </p:nvPr>
        </p:nvSpPr>
        <p:spPr>
          <a:xfrm>
            <a:off x="5619076" y="1179625"/>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5" name="Google Shape;325;p18"/>
          <p:cNvSpPr txBox="1"/>
          <p:nvPr>
            <p:ph idx="6" type="subTitle"/>
          </p:nvPr>
        </p:nvSpPr>
        <p:spPr>
          <a:xfrm>
            <a:off x="5619076" y="3518350"/>
            <a:ext cx="2436300" cy="486600"/>
          </a:xfrm>
          <a:prstGeom prst="rect">
            <a:avLst/>
          </a:prstGeom>
        </p:spPr>
        <p:txBody>
          <a:bodyPr anchorCtr="0" anchor="t" bIns="0" lIns="0" spcFirstLastPara="1" rIns="0" wrap="square" tIns="0">
            <a:normAutofit/>
          </a:bodyPr>
          <a:lstStyle>
            <a:lvl1pPr lvl="0">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1pPr>
            <a:lvl2pPr lvl="1">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2pPr>
            <a:lvl3pPr lvl="2">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3pPr>
            <a:lvl4pPr lvl="3">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4pPr>
            <a:lvl5pPr lvl="4">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5pPr>
            <a:lvl6pPr lvl="5">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6pPr>
            <a:lvl7pPr lvl="6">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7pPr>
            <a:lvl8pPr lvl="7">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8pPr>
            <a:lvl9pPr lvl="8">
              <a:lnSpc>
                <a:spcPct val="100000"/>
              </a:lnSpc>
              <a:spcBef>
                <a:spcPts val="0"/>
              </a:spcBef>
              <a:spcAft>
                <a:spcPts val="0"/>
              </a:spcAft>
              <a:buSzPts val="1200"/>
              <a:buFont typeface="Space Grotesk Medium"/>
              <a:buNone/>
              <a:defRPr sz="1200">
                <a:latin typeface="Space Grotesk Medium"/>
                <a:ea typeface="Space Grotesk Medium"/>
                <a:cs typeface="Space Grotesk Medium"/>
                <a:sym typeface="Space Grotesk Medium"/>
              </a:defRPr>
            </a:lvl9pPr>
          </a:lstStyle>
          <a:p/>
        </p:txBody>
      </p:sp>
      <p:sp>
        <p:nvSpPr>
          <p:cNvPr id="326" name="Google Shape;326;p18"/>
          <p:cNvSpPr txBox="1"/>
          <p:nvPr>
            <p:ph type="title"/>
          </p:nvPr>
        </p:nvSpPr>
        <p:spPr>
          <a:xfrm>
            <a:off x="743700" y="743700"/>
            <a:ext cx="4686000" cy="1836900"/>
          </a:xfrm>
          <a:prstGeom prst="rect">
            <a:avLst/>
          </a:prstGeom>
        </p:spPr>
        <p:txBody>
          <a:bodyPr anchorCtr="0" anchor="t" bIns="0" lIns="0" spcFirstLastPara="1" rIns="0" wrap="square" tIns="0">
            <a:no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pos="5292">
          <p15:clr>
            <a:srgbClr val="E46962"/>
          </p15:clr>
        </p15:guide>
        <p15:guide id="6" pos="159">
          <p15:clr>
            <a:srgbClr val="E46962"/>
          </p15:clr>
        </p15:guide>
        <p15:guide id="7" orient="horz" pos="159">
          <p15:clr>
            <a:srgbClr val="E46962"/>
          </p15:clr>
        </p15:guide>
        <p15:guide id="8" orient="horz" pos="2772">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 Alt 1">
  <p:cSld name="BLANK_1_1_1_1_1_1_2">
    <p:bg>
      <p:bgPr>
        <a:solidFill>
          <a:schemeClr val="accent2"/>
        </a:solidFill>
      </p:bgPr>
    </p:bg>
    <p:spTree>
      <p:nvGrpSpPr>
        <p:cNvPr id="327" name="Shape 327"/>
        <p:cNvGrpSpPr/>
        <p:nvPr/>
      </p:nvGrpSpPr>
      <p:grpSpPr>
        <a:xfrm>
          <a:off x="0" y="0"/>
          <a:ext cx="0" cy="0"/>
          <a:chOff x="0" y="0"/>
          <a:chExt cx="0" cy="0"/>
        </a:xfrm>
      </p:grpSpPr>
      <p:grpSp>
        <p:nvGrpSpPr>
          <p:cNvPr id="328" name="Google Shape;328;p19"/>
          <p:cNvGrpSpPr/>
          <p:nvPr/>
        </p:nvGrpSpPr>
        <p:grpSpPr>
          <a:xfrm>
            <a:off x="2337800" y="-3225"/>
            <a:ext cx="6806000" cy="5187625"/>
            <a:chOff x="2337800" y="-3225"/>
            <a:chExt cx="6806000" cy="5187625"/>
          </a:xfrm>
        </p:grpSpPr>
        <p:sp>
          <p:nvSpPr>
            <p:cNvPr id="329" name="Google Shape;329;p19"/>
            <p:cNvSpPr/>
            <p:nvPr/>
          </p:nvSpPr>
          <p:spPr>
            <a:xfrm>
              <a:off x="4521450" y="1439175"/>
              <a:ext cx="4018800" cy="90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0" name="Google Shape;330;p19"/>
            <p:cNvSpPr/>
            <p:nvPr/>
          </p:nvSpPr>
          <p:spPr>
            <a:xfrm>
              <a:off x="3555075" y="2289675"/>
              <a:ext cx="3597000" cy="144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1" name="Google Shape;331;p19"/>
            <p:cNvSpPr/>
            <p:nvPr/>
          </p:nvSpPr>
          <p:spPr>
            <a:xfrm>
              <a:off x="5626900" y="-3225"/>
              <a:ext cx="3516900" cy="18369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sp>
          <p:nvSpPr>
            <p:cNvPr id="332" name="Google Shape;332;p19"/>
            <p:cNvSpPr/>
            <p:nvPr/>
          </p:nvSpPr>
          <p:spPr>
            <a:xfrm>
              <a:off x="2337800" y="3695800"/>
              <a:ext cx="3597000" cy="1488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2"/>
                </a:solidFill>
                <a:latin typeface="Space Grotesk Medium"/>
                <a:ea typeface="Space Grotesk Medium"/>
                <a:cs typeface="Space Grotesk Medium"/>
                <a:sym typeface="Space Grotesk Medium"/>
              </a:endParaRPr>
            </a:p>
          </p:txBody>
        </p:sp>
      </p:grpSp>
      <p:sp>
        <p:nvSpPr>
          <p:cNvPr id="333" name="Google Shape;333;p19"/>
          <p:cNvSpPr txBox="1"/>
          <p:nvPr>
            <p:ph type="title"/>
          </p:nvPr>
        </p:nvSpPr>
        <p:spPr>
          <a:xfrm>
            <a:off x="743700" y="743700"/>
            <a:ext cx="4299000" cy="1792500"/>
          </a:xfrm>
          <a:prstGeom prst="rect">
            <a:avLst/>
          </a:prstGeom>
        </p:spPr>
        <p:txBody>
          <a:bodyPr anchorCtr="0" anchor="t" bIns="0" lIns="0" spcFirstLastPara="1" rIns="0" wrap="square" tIns="0">
            <a:spAutoFit/>
          </a:bodyPr>
          <a:lstStyle>
            <a:lvl1pPr lvl="0">
              <a:lnSpc>
                <a:spcPct val="80000"/>
              </a:lnSpc>
              <a:spcBef>
                <a:spcPts val="0"/>
              </a:spcBef>
              <a:spcAft>
                <a:spcPts val="0"/>
              </a:spcAft>
              <a:buSzPts val="2800"/>
              <a:buNone/>
              <a:defRPr sz="7700">
                <a:latin typeface="Space Grotesk"/>
                <a:ea typeface="Space Grotesk"/>
                <a:cs typeface="Space Grotesk"/>
                <a:sym typeface="Space Grotesk"/>
              </a:defRPr>
            </a:lvl1pPr>
            <a:lvl2pPr lvl="1">
              <a:lnSpc>
                <a:spcPct val="115000"/>
              </a:lnSpc>
              <a:spcBef>
                <a:spcPts val="0"/>
              </a:spcBef>
              <a:spcAft>
                <a:spcPts val="0"/>
              </a:spcAft>
              <a:buSzPts val="2800"/>
              <a:buNone/>
              <a:defRPr sz="3900"/>
            </a:lvl2pPr>
            <a:lvl3pPr lvl="2">
              <a:lnSpc>
                <a:spcPct val="115000"/>
              </a:lnSpc>
              <a:spcBef>
                <a:spcPts val="0"/>
              </a:spcBef>
              <a:spcAft>
                <a:spcPts val="0"/>
              </a:spcAft>
              <a:buSzPts val="2800"/>
              <a:buNone/>
              <a:defRPr sz="3900"/>
            </a:lvl3pPr>
            <a:lvl4pPr lvl="3">
              <a:lnSpc>
                <a:spcPct val="115000"/>
              </a:lnSpc>
              <a:spcBef>
                <a:spcPts val="0"/>
              </a:spcBef>
              <a:spcAft>
                <a:spcPts val="0"/>
              </a:spcAft>
              <a:buSzPts val="2800"/>
              <a:buNone/>
              <a:defRPr sz="3900"/>
            </a:lvl4pPr>
            <a:lvl5pPr lvl="4">
              <a:lnSpc>
                <a:spcPct val="115000"/>
              </a:lnSpc>
              <a:spcBef>
                <a:spcPts val="0"/>
              </a:spcBef>
              <a:spcAft>
                <a:spcPts val="0"/>
              </a:spcAft>
              <a:buSzPts val="2800"/>
              <a:buNone/>
              <a:defRPr sz="3900"/>
            </a:lvl5pPr>
            <a:lvl6pPr lvl="5">
              <a:lnSpc>
                <a:spcPct val="115000"/>
              </a:lnSpc>
              <a:spcBef>
                <a:spcPts val="0"/>
              </a:spcBef>
              <a:spcAft>
                <a:spcPts val="0"/>
              </a:spcAft>
              <a:buSzPts val="2800"/>
              <a:buNone/>
              <a:defRPr sz="3900"/>
            </a:lvl6pPr>
            <a:lvl7pPr lvl="6">
              <a:lnSpc>
                <a:spcPct val="115000"/>
              </a:lnSpc>
              <a:spcBef>
                <a:spcPts val="0"/>
              </a:spcBef>
              <a:spcAft>
                <a:spcPts val="0"/>
              </a:spcAft>
              <a:buSzPts val="2800"/>
              <a:buNone/>
              <a:defRPr sz="3900"/>
            </a:lvl7pPr>
            <a:lvl8pPr lvl="7">
              <a:lnSpc>
                <a:spcPct val="115000"/>
              </a:lnSpc>
              <a:spcBef>
                <a:spcPts val="0"/>
              </a:spcBef>
              <a:spcAft>
                <a:spcPts val="0"/>
              </a:spcAft>
              <a:buSzPts val="2800"/>
              <a:buNone/>
              <a:defRPr sz="3900"/>
            </a:lvl8pPr>
            <a:lvl9pPr lvl="8">
              <a:lnSpc>
                <a:spcPct val="115000"/>
              </a:lnSpc>
              <a:spcBef>
                <a:spcPts val="0"/>
              </a:spcBef>
              <a:spcAft>
                <a:spcPts val="0"/>
              </a:spcAft>
              <a:buSzPts val="2800"/>
              <a:buNone/>
              <a:defRPr sz="3900"/>
            </a:lvl9pPr>
          </a:lstStyle>
          <a:p/>
        </p:txBody>
      </p:sp>
      <p:sp>
        <p:nvSpPr>
          <p:cNvPr id="334" name="Google Shape;334;p19"/>
          <p:cNvSpPr txBox="1"/>
          <p:nvPr>
            <p:ph idx="2" type="title"/>
          </p:nvPr>
        </p:nvSpPr>
        <p:spPr>
          <a:xfrm>
            <a:off x="3872475" y="2694025"/>
            <a:ext cx="2962200" cy="1705800"/>
          </a:xfrm>
          <a:prstGeom prst="rect">
            <a:avLst/>
          </a:prstGeom>
        </p:spPr>
        <p:txBody>
          <a:bodyPr anchorCtr="0" anchor="t" bIns="0" lIns="0" spcFirstLastPara="1" rIns="0" wrap="square" tIns="0">
            <a:noAutofit/>
          </a:bodyPr>
          <a:lstStyle>
            <a:lvl1pPr lvl="0">
              <a:spcBef>
                <a:spcPts val="0"/>
              </a:spcBef>
              <a:spcAft>
                <a:spcPts val="0"/>
              </a:spcAft>
              <a:buSzPts val="1500"/>
              <a:buFont typeface="Space Grotesk Medium"/>
              <a:buNone/>
              <a:defRPr sz="1500"/>
            </a:lvl1pPr>
            <a:lvl2pPr lvl="1">
              <a:spcBef>
                <a:spcPts val="0"/>
              </a:spcBef>
              <a:spcAft>
                <a:spcPts val="0"/>
              </a:spcAft>
              <a:buSzPts val="1500"/>
              <a:buFont typeface="Space Grotesk Medium"/>
              <a:buNone/>
              <a:defRPr sz="1500"/>
            </a:lvl2pPr>
            <a:lvl3pPr lvl="2">
              <a:spcBef>
                <a:spcPts val="0"/>
              </a:spcBef>
              <a:spcAft>
                <a:spcPts val="0"/>
              </a:spcAft>
              <a:buSzPts val="1500"/>
              <a:buFont typeface="Space Grotesk Medium"/>
              <a:buNone/>
              <a:defRPr sz="1500"/>
            </a:lvl3pPr>
            <a:lvl4pPr lvl="3">
              <a:spcBef>
                <a:spcPts val="0"/>
              </a:spcBef>
              <a:spcAft>
                <a:spcPts val="0"/>
              </a:spcAft>
              <a:buSzPts val="1500"/>
              <a:buFont typeface="Space Grotesk Medium"/>
              <a:buNone/>
              <a:defRPr sz="1500"/>
            </a:lvl4pPr>
            <a:lvl5pPr lvl="4">
              <a:spcBef>
                <a:spcPts val="0"/>
              </a:spcBef>
              <a:spcAft>
                <a:spcPts val="0"/>
              </a:spcAft>
              <a:buSzPts val="1500"/>
              <a:buFont typeface="Space Grotesk Medium"/>
              <a:buNone/>
              <a:defRPr sz="1500"/>
            </a:lvl5pPr>
            <a:lvl6pPr lvl="5">
              <a:spcBef>
                <a:spcPts val="0"/>
              </a:spcBef>
              <a:spcAft>
                <a:spcPts val="0"/>
              </a:spcAft>
              <a:buSzPts val="1500"/>
              <a:buFont typeface="Space Grotesk Medium"/>
              <a:buNone/>
              <a:defRPr sz="1500"/>
            </a:lvl6pPr>
            <a:lvl7pPr lvl="6">
              <a:spcBef>
                <a:spcPts val="0"/>
              </a:spcBef>
              <a:spcAft>
                <a:spcPts val="0"/>
              </a:spcAft>
              <a:buSzPts val="1500"/>
              <a:buFont typeface="Space Grotesk Medium"/>
              <a:buNone/>
              <a:defRPr sz="1500"/>
            </a:lvl7pPr>
            <a:lvl8pPr lvl="7">
              <a:spcBef>
                <a:spcPts val="0"/>
              </a:spcBef>
              <a:spcAft>
                <a:spcPts val="0"/>
              </a:spcAft>
              <a:buSzPts val="1500"/>
              <a:buFont typeface="Space Grotesk Medium"/>
              <a:buNone/>
              <a:defRPr sz="1500"/>
            </a:lvl8pPr>
            <a:lvl9pPr lvl="8">
              <a:spcBef>
                <a:spcPts val="0"/>
              </a:spcBef>
              <a:spcAft>
                <a:spcPts val="0"/>
              </a:spcAft>
              <a:buSzPts val="1500"/>
              <a:buFont typeface="Space Grotesk Medium"/>
              <a:buNone/>
              <a:defRPr sz="1500"/>
            </a:lvl9pPr>
          </a:lstStyle>
          <a:p/>
        </p:txBody>
      </p:sp>
      <p:pic>
        <p:nvPicPr>
          <p:cNvPr id="335" name="Google Shape;335;p19"/>
          <p:cNvPicPr preferRelativeResize="0"/>
          <p:nvPr/>
        </p:nvPicPr>
        <p:blipFill rotWithShape="1">
          <a:blip r:embed="rId2">
            <a:alphaModFix/>
          </a:blip>
          <a:srcRect b="47660" l="8382" r="59408" t="26262"/>
          <a:stretch/>
        </p:blipFill>
        <p:spPr>
          <a:xfrm>
            <a:off x="642782" y="4271023"/>
            <a:ext cx="201843" cy="163413"/>
          </a:xfrm>
          <a:prstGeom prst="rect">
            <a:avLst/>
          </a:prstGeom>
          <a:noFill/>
          <a:ln>
            <a:noFill/>
          </a:ln>
        </p:spPr>
      </p:pic>
      <p:pic>
        <p:nvPicPr>
          <p:cNvPr id="336" name="Google Shape;336;p19"/>
          <p:cNvPicPr preferRelativeResize="0"/>
          <p:nvPr/>
        </p:nvPicPr>
        <p:blipFill rotWithShape="1">
          <a:blip r:embed="rId2">
            <a:alphaModFix/>
          </a:blip>
          <a:srcRect b="47660" l="8382" r="59408" t="26262"/>
          <a:stretch/>
        </p:blipFill>
        <p:spPr>
          <a:xfrm>
            <a:off x="7688117" y="4164648"/>
            <a:ext cx="201843" cy="163413"/>
          </a:xfrm>
          <a:prstGeom prst="rect">
            <a:avLst/>
          </a:prstGeom>
          <a:noFill/>
          <a:ln>
            <a:noFill/>
          </a:ln>
        </p:spPr>
      </p:pic>
      <p:pic>
        <p:nvPicPr>
          <p:cNvPr id="337" name="Google Shape;337;p19"/>
          <p:cNvPicPr preferRelativeResize="0"/>
          <p:nvPr/>
        </p:nvPicPr>
        <p:blipFill rotWithShape="1">
          <a:blip r:embed="rId2">
            <a:alphaModFix/>
          </a:blip>
          <a:srcRect b="47660" l="8382" r="59408" t="26262"/>
          <a:stretch/>
        </p:blipFill>
        <p:spPr>
          <a:xfrm>
            <a:off x="7972601" y="3033048"/>
            <a:ext cx="201843" cy="163413"/>
          </a:xfrm>
          <a:prstGeom prst="rect">
            <a:avLst/>
          </a:prstGeom>
          <a:noFill/>
          <a:ln>
            <a:noFill/>
          </a:ln>
        </p:spPr>
      </p:pic>
      <p:pic>
        <p:nvPicPr>
          <p:cNvPr id="338" name="Google Shape;338;p19"/>
          <p:cNvPicPr preferRelativeResize="0"/>
          <p:nvPr/>
        </p:nvPicPr>
        <p:blipFill rotWithShape="1">
          <a:blip r:embed="rId2">
            <a:alphaModFix/>
          </a:blip>
          <a:srcRect b="47660" l="8382" r="59408" t="26262"/>
          <a:stretch/>
        </p:blipFill>
        <p:spPr>
          <a:xfrm>
            <a:off x="4521457" y="445923"/>
            <a:ext cx="201843" cy="163413"/>
          </a:xfrm>
          <a:prstGeom prst="rect">
            <a:avLst/>
          </a:prstGeom>
          <a:noFill/>
          <a:ln>
            <a:noFill/>
          </a:ln>
        </p:spPr>
      </p:pic>
      <p:pic>
        <p:nvPicPr>
          <p:cNvPr id="339" name="Google Shape;339;p19"/>
          <p:cNvPicPr preferRelativeResize="0"/>
          <p:nvPr/>
        </p:nvPicPr>
        <p:blipFill rotWithShape="1">
          <a:blip r:embed="rId3">
            <a:alphaModFix/>
          </a:blip>
          <a:srcRect b="0" l="6521" r="6520" t="0"/>
          <a:stretch/>
        </p:blipFill>
        <p:spPr>
          <a:xfrm>
            <a:off x="7284429" y="4399798"/>
            <a:ext cx="201844" cy="163413"/>
          </a:xfrm>
          <a:prstGeom prst="rect">
            <a:avLst/>
          </a:prstGeom>
          <a:noFill/>
          <a:ln>
            <a:noFill/>
          </a:ln>
        </p:spPr>
      </p:pic>
      <p:pic>
        <p:nvPicPr>
          <p:cNvPr id="340" name="Google Shape;340;p19"/>
          <p:cNvPicPr preferRelativeResize="0"/>
          <p:nvPr/>
        </p:nvPicPr>
        <p:blipFill rotWithShape="1">
          <a:blip r:embed="rId3">
            <a:alphaModFix/>
          </a:blip>
          <a:srcRect b="0" l="6521" r="6520" t="0"/>
          <a:stretch/>
        </p:blipFill>
        <p:spPr>
          <a:xfrm>
            <a:off x="3555079" y="1833673"/>
            <a:ext cx="201844" cy="163413"/>
          </a:xfrm>
          <a:prstGeom prst="rect">
            <a:avLst/>
          </a:prstGeom>
          <a:noFill/>
          <a:ln>
            <a:noFill/>
          </a:ln>
        </p:spPr>
      </p:pic>
      <p:pic>
        <p:nvPicPr>
          <p:cNvPr id="341" name="Google Shape;341;p19"/>
          <p:cNvPicPr preferRelativeResize="0"/>
          <p:nvPr/>
        </p:nvPicPr>
        <p:blipFill rotWithShape="1">
          <a:blip r:embed="rId4">
            <a:alphaModFix/>
          </a:blip>
          <a:srcRect b="0" l="6521" r="6520" t="0"/>
          <a:stretch/>
        </p:blipFill>
        <p:spPr>
          <a:xfrm>
            <a:off x="3171717" y="4206373"/>
            <a:ext cx="201844" cy="163413"/>
          </a:xfrm>
          <a:prstGeom prst="rect">
            <a:avLst/>
          </a:prstGeom>
          <a:noFill/>
          <a:ln>
            <a:noFill/>
          </a:ln>
        </p:spPr>
      </p:pic>
      <p:pic>
        <p:nvPicPr>
          <p:cNvPr id="342" name="Google Shape;342;p19"/>
          <p:cNvPicPr preferRelativeResize="0"/>
          <p:nvPr/>
        </p:nvPicPr>
        <p:blipFill rotWithShape="1">
          <a:blip r:embed="rId4">
            <a:alphaModFix/>
          </a:blip>
          <a:srcRect b="0" l="6521" r="6520" t="0"/>
          <a:stretch/>
        </p:blipFill>
        <p:spPr>
          <a:xfrm>
            <a:off x="6834679" y="504998"/>
            <a:ext cx="201844" cy="163413"/>
          </a:xfrm>
          <a:prstGeom prst="rect">
            <a:avLst/>
          </a:prstGeom>
          <a:noFill/>
          <a:ln>
            <a:noFill/>
          </a:ln>
        </p:spPr>
      </p:pic>
      <p:pic>
        <p:nvPicPr>
          <p:cNvPr id="343" name="Google Shape;343;p19"/>
          <p:cNvPicPr preferRelativeResize="0"/>
          <p:nvPr/>
        </p:nvPicPr>
        <p:blipFill rotWithShape="1">
          <a:blip r:embed="rId3">
            <a:alphaModFix/>
          </a:blip>
          <a:srcRect b="0" l="6521" r="6520" t="0"/>
          <a:stretch/>
        </p:blipFill>
        <p:spPr>
          <a:xfrm>
            <a:off x="1392254" y="3161673"/>
            <a:ext cx="201844" cy="163413"/>
          </a:xfrm>
          <a:prstGeom prst="rect">
            <a:avLst/>
          </a:prstGeom>
          <a:noFill/>
          <a:ln>
            <a:noFill/>
          </a:ln>
        </p:spPr>
      </p:pic>
      <p:grpSp>
        <p:nvGrpSpPr>
          <p:cNvPr id="344" name="Google Shape;344;p19"/>
          <p:cNvGrpSpPr/>
          <p:nvPr/>
        </p:nvGrpSpPr>
        <p:grpSpPr>
          <a:xfrm>
            <a:off x="7517552" y="1728897"/>
            <a:ext cx="139297" cy="110523"/>
            <a:chOff x="2601950" y="1974675"/>
            <a:chExt cx="2474200" cy="1963100"/>
          </a:xfrm>
        </p:grpSpPr>
        <p:sp>
          <p:nvSpPr>
            <p:cNvPr id="345" name="Google Shape;345;p19"/>
            <p:cNvSpPr/>
            <p:nvPr/>
          </p:nvSpPr>
          <p:spPr>
            <a:xfrm>
              <a:off x="2601950"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6" name="Google Shape;346;p19"/>
            <p:cNvSpPr/>
            <p:nvPr/>
          </p:nvSpPr>
          <p:spPr>
            <a:xfrm>
              <a:off x="4454675" y="1974675"/>
              <a:ext cx="621475" cy="621475"/>
            </a:xfrm>
            <a:custGeom>
              <a:rect b="b" l="l" r="r" t="t"/>
              <a:pathLst>
                <a:path extrusionOk="0" h="24859" w="24859">
                  <a:moveTo>
                    <a:pt x="0" y="1"/>
                  </a:moveTo>
                  <a:lnTo>
                    <a:pt x="0" y="24859"/>
                  </a:lnTo>
                  <a:lnTo>
                    <a:pt x="24858" y="24859"/>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7" name="Google Shape;347;p19"/>
            <p:cNvSpPr/>
            <p:nvPr/>
          </p:nvSpPr>
          <p:spPr>
            <a:xfrm>
              <a:off x="2601950"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8" name="Google Shape;348;p19"/>
            <p:cNvSpPr/>
            <p:nvPr/>
          </p:nvSpPr>
          <p:spPr>
            <a:xfrm>
              <a:off x="2811025" y="3107225"/>
              <a:ext cx="615675" cy="615675"/>
            </a:xfrm>
            <a:custGeom>
              <a:rect b="b" l="l" r="r" t="t"/>
              <a:pathLst>
                <a:path extrusionOk="0" h="24627" w="24627">
                  <a:moveTo>
                    <a:pt x="1" y="1"/>
                  </a:moveTo>
                  <a:lnTo>
                    <a:pt x="1"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49" name="Google Shape;349;p19"/>
            <p:cNvSpPr/>
            <p:nvPr/>
          </p:nvSpPr>
          <p:spPr>
            <a:xfrm>
              <a:off x="3008500" y="3316325"/>
              <a:ext cx="1759825" cy="621450"/>
            </a:xfrm>
            <a:custGeom>
              <a:rect b="b" l="l" r="r" t="t"/>
              <a:pathLst>
                <a:path extrusionOk="0" h="24858" w="70393">
                  <a:moveTo>
                    <a:pt x="0" y="0"/>
                  </a:moveTo>
                  <a:lnTo>
                    <a:pt x="0" y="24858"/>
                  </a:lnTo>
                  <a:lnTo>
                    <a:pt x="70392" y="24858"/>
                  </a:lnTo>
                  <a:lnTo>
                    <a:pt x="70392"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0" name="Google Shape;350;p19"/>
            <p:cNvSpPr/>
            <p:nvPr/>
          </p:nvSpPr>
          <p:spPr>
            <a:xfrm>
              <a:off x="4251400" y="3107225"/>
              <a:ext cx="615650" cy="615675"/>
            </a:xfrm>
            <a:custGeom>
              <a:rect b="b" l="l" r="r" t="t"/>
              <a:pathLst>
                <a:path extrusionOk="0" h="24627" w="24626">
                  <a:moveTo>
                    <a:pt x="0" y="1"/>
                  </a:moveTo>
                  <a:lnTo>
                    <a:pt x="0" y="24626"/>
                  </a:lnTo>
                  <a:lnTo>
                    <a:pt x="24626" y="24626"/>
                  </a:lnTo>
                  <a:lnTo>
                    <a:pt x="24626"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351" name="Google Shape;351;p19"/>
            <p:cNvSpPr/>
            <p:nvPr/>
          </p:nvSpPr>
          <p:spPr>
            <a:xfrm>
              <a:off x="4454675" y="2903950"/>
              <a:ext cx="621475" cy="621475"/>
            </a:xfrm>
            <a:custGeom>
              <a:rect b="b" l="l" r="r" t="t"/>
              <a:pathLst>
                <a:path extrusionOk="0" h="24859" w="24859">
                  <a:moveTo>
                    <a:pt x="0" y="1"/>
                  </a:moveTo>
                  <a:lnTo>
                    <a:pt x="0" y="24858"/>
                  </a:lnTo>
                  <a:lnTo>
                    <a:pt x="24858" y="24858"/>
                  </a:lnTo>
                  <a:lnTo>
                    <a:pt x="24858" y="1"/>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a:ea typeface="Space Grotesk"/>
                <a:cs typeface="Space Grotesk"/>
                <a:sym typeface="Space Grotesk"/>
              </a:endParaRPr>
            </a:p>
          </p:txBody>
        </p:sp>
      </p:grpSp>
    </p:spTree>
  </p:cSld>
  <p:clrMapOvr>
    <a:masterClrMapping/>
  </p:clrMapOvr>
  <p:extLst>
    <p:ext uri="{DCECCB84-F9BA-43D5-87BE-67443E8EF086}">
      <p15:sldGuideLst>
        <p15:guide id="1" pos="468">
          <p15:clr>
            <a:srgbClr val="E46962"/>
          </p15:clr>
        </p15:guide>
        <p15:guide id="2" pos="5601">
          <p15:clr>
            <a:srgbClr val="E46962"/>
          </p15:clr>
        </p15:guide>
        <p15:guide id="3" orient="horz" pos="468">
          <p15:clr>
            <a:srgbClr val="E46962"/>
          </p15:clr>
        </p15:guide>
        <p15:guide id="4" orient="horz" pos="3081">
          <p15:clr>
            <a:srgbClr val="E46962"/>
          </p15:clr>
        </p15:guide>
        <p15:guide id="5" orient="horz" pos="2772">
          <p15:clr>
            <a:srgbClr val="E46962"/>
          </p15:clr>
        </p15:guide>
        <p15:guide id="6" orient="horz" pos="159">
          <p15:clr>
            <a:srgbClr val="E46962"/>
          </p15:clr>
        </p15:guide>
        <p15:guide id="7" pos="5292">
          <p15:clr>
            <a:srgbClr val="E46962"/>
          </p15:clr>
        </p15:guide>
        <p15:guide id="8" pos="159">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52" name="Shape 352"/>
        <p:cNvGrpSpPr/>
        <p:nvPr/>
      </p:nvGrpSpPr>
      <p:grpSpPr>
        <a:xfrm>
          <a:off x="0" y="0"/>
          <a:ext cx="0" cy="0"/>
          <a:chOff x="0" y="0"/>
          <a:chExt cx="0" cy="0"/>
        </a:xfrm>
      </p:grpSpPr>
      <p:sp>
        <p:nvSpPr>
          <p:cNvPr id="353" name="Google Shape;353;p2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54" name="Google Shape;354;p2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55" name="Shape 355"/>
        <p:cNvGrpSpPr/>
        <p:nvPr/>
      </p:nvGrpSpPr>
      <p:grpSpPr>
        <a:xfrm>
          <a:off x="0" y="0"/>
          <a:ext cx="0" cy="0"/>
          <a:chOff x="0" y="0"/>
          <a:chExt cx="0" cy="0"/>
        </a:xfrm>
      </p:grpSpPr>
      <p:sp>
        <p:nvSpPr>
          <p:cNvPr id="356" name="Google Shape;356;p2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57" name="Shape 357"/>
        <p:cNvGrpSpPr/>
        <p:nvPr/>
      </p:nvGrpSpPr>
      <p:grpSpPr>
        <a:xfrm>
          <a:off x="0" y="0"/>
          <a:ext cx="0" cy="0"/>
          <a:chOff x="0" y="0"/>
          <a:chExt cx="0" cy="0"/>
        </a:xfrm>
      </p:grpSpPr>
      <p:sp>
        <p:nvSpPr>
          <p:cNvPr id="358" name="Google Shape;358;p2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9" name="Google Shape;35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60" name="Shape 360"/>
        <p:cNvGrpSpPr/>
        <p:nvPr/>
      </p:nvGrpSpPr>
      <p:grpSpPr>
        <a:xfrm>
          <a:off x="0" y="0"/>
          <a:ext cx="0" cy="0"/>
          <a:chOff x="0" y="0"/>
          <a:chExt cx="0" cy="0"/>
        </a:xfrm>
      </p:grpSpPr>
      <p:sp>
        <p:nvSpPr>
          <p:cNvPr id="361" name="Google Shape;361;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2" name="Google Shape;362;p23"/>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63" name="Google Shape;363;p23"/>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4" name="Shape 364"/>
        <p:cNvGrpSpPr/>
        <p:nvPr/>
      </p:nvGrpSpPr>
      <p:grpSpPr>
        <a:xfrm>
          <a:off x="0" y="0"/>
          <a:ext cx="0" cy="0"/>
          <a:chOff x="0" y="0"/>
          <a:chExt cx="0" cy="0"/>
        </a:xfrm>
      </p:grpSpPr>
      <p:sp>
        <p:nvSpPr>
          <p:cNvPr id="365" name="Google Shape;36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66" name="Shape 366"/>
        <p:cNvGrpSpPr/>
        <p:nvPr/>
      </p:nvGrpSpPr>
      <p:grpSpPr>
        <a:xfrm>
          <a:off x="0" y="0"/>
          <a:ext cx="0" cy="0"/>
          <a:chOff x="0" y="0"/>
          <a:chExt cx="0" cy="0"/>
        </a:xfrm>
      </p:grpSpPr>
      <p:sp>
        <p:nvSpPr>
          <p:cNvPr id="367" name="Google Shape;367;p25"/>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8" name="Google Shape;368;p25"/>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69" name="Shape 369"/>
        <p:cNvGrpSpPr/>
        <p:nvPr/>
      </p:nvGrpSpPr>
      <p:grpSpPr>
        <a:xfrm>
          <a:off x="0" y="0"/>
          <a:ext cx="0" cy="0"/>
          <a:chOff x="0" y="0"/>
          <a:chExt cx="0" cy="0"/>
        </a:xfrm>
      </p:grpSpPr>
      <p:sp>
        <p:nvSpPr>
          <p:cNvPr id="370" name="Google Shape;370;p26"/>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71" name="Shape 371"/>
        <p:cNvGrpSpPr/>
        <p:nvPr/>
      </p:nvGrpSpPr>
      <p:grpSpPr>
        <a:xfrm>
          <a:off x="0" y="0"/>
          <a:ext cx="0" cy="0"/>
          <a:chOff x="0" y="0"/>
          <a:chExt cx="0" cy="0"/>
        </a:xfrm>
      </p:grpSpPr>
      <p:sp>
        <p:nvSpPr>
          <p:cNvPr id="372" name="Google Shape;372;p27"/>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3" name="Google Shape;373;p27"/>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74" name="Google Shape;374;p27"/>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75" name="Shape 375"/>
        <p:cNvGrpSpPr/>
        <p:nvPr/>
      </p:nvGrpSpPr>
      <p:grpSpPr>
        <a:xfrm>
          <a:off x="0" y="0"/>
          <a:ext cx="0" cy="0"/>
          <a:chOff x="0" y="0"/>
          <a:chExt cx="0" cy="0"/>
        </a:xfrm>
      </p:grpSpPr>
      <p:sp>
        <p:nvSpPr>
          <p:cNvPr id="376" name="Google Shape;376;p28"/>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77" name="Shape 377"/>
        <p:cNvGrpSpPr/>
        <p:nvPr/>
      </p:nvGrpSpPr>
      <p:grpSpPr>
        <a:xfrm>
          <a:off x="0" y="0"/>
          <a:ext cx="0" cy="0"/>
          <a:chOff x="0" y="0"/>
          <a:chExt cx="0" cy="0"/>
        </a:xfrm>
      </p:grpSpPr>
      <p:sp>
        <p:nvSpPr>
          <p:cNvPr id="378" name="Google Shape;378;p29"/>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79" name="Google Shape;379;p29"/>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80" name="Shape 380"/>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81" name="Shape 381"/>
        <p:cNvGrpSpPr/>
        <p:nvPr/>
      </p:nvGrpSpPr>
      <p:grpSpPr>
        <a:xfrm>
          <a:off x="0" y="0"/>
          <a:ext cx="0" cy="0"/>
          <a:chOff x="0" y="0"/>
          <a:chExt cx="0" cy="0"/>
        </a:xfrm>
      </p:grpSpPr>
      <p:sp>
        <p:nvSpPr>
          <p:cNvPr id="382" name="Google Shape;382;p31"/>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3" name="Google Shape;383;p31"/>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4" name="Google Shape;384;p31"/>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5" name="Google Shape;385;p31"/>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6" name="Google Shape;386;p31"/>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7" name="Google Shape;387;p31"/>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88" name="Google Shape;388;p31"/>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89" name="Shape 389"/>
        <p:cNvGrpSpPr/>
        <p:nvPr/>
      </p:nvGrpSpPr>
      <p:grpSpPr>
        <a:xfrm>
          <a:off x="0" y="0"/>
          <a:ext cx="0" cy="0"/>
          <a:chOff x="0" y="0"/>
          <a:chExt cx="0" cy="0"/>
        </a:xfrm>
      </p:grpSpPr>
      <p:sp>
        <p:nvSpPr>
          <p:cNvPr id="390" name="Google Shape;390;p32"/>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91" name="Google Shape;391;p32"/>
          <p:cNvSpPr txBox="1"/>
          <p:nvPr>
            <p:ph idx="1" type="body"/>
          </p:nvPr>
        </p:nvSpPr>
        <p:spPr>
          <a:xfrm>
            <a:off x="311700" y="1152475"/>
            <a:ext cx="44739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2" name="Google Shape;392;p32"/>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93" name="Shape 393"/>
        <p:cNvGrpSpPr/>
        <p:nvPr/>
      </p:nvGrpSpPr>
      <p:grpSpPr>
        <a:xfrm>
          <a:off x="0" y="0"/>
          <a:ext cx="0" cy="0"/>
          <a:chOff x="0" y="0"/>
          <a:chExt cx="0" cy="0"/>
        </a:xfrm>
      </p:grpSpPr>
      <p:sp>
        <p:nvSpPr>
          <p:cNvPr id="394" name="Google Shape;394;p33"/>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95" name="Google Shape;395;p33"/>
          <p:cNvSpPr txBox="1"/>
          <p:nvPr>
            <p:ph idx="1" type="body"/>
          </p:nvPr>
        </p:nvSpPr>
        <p:spPr>
          <a:xfrm>
            <a:off x="48315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6" name="Google Shape;396;p33"/>
          <p:cNvSpPr txBox="1"/>
          <p:nvPr>
            <p:ph idx="2" type="body"/>
          </p:nvPr>
        </p:nvSpPr>
        <p:spPr>
          <a:xfrm>
            <a:off x="5048000" y="2237788"/>
            <a:ext cx="36198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97" name="Google Shape;397;p33"/>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398" name="Google Shape;398;p33"/>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99" name="Shape 399"/>
        <p:cNvGrpSpPr/>
        <p:nvPr/>
      </p:nvGrpSpPr>
      <p:grpSpPr>
        <a:xfrm>
          <a:off x="0" y="0"/>
          <a:ext cx="0" cy="0"/>
          <a:chOff x="0" y="0"/>
          <a:chExt cx="0" cy="0"/>
        </a:xfrm>
      </p:grpSpPr>
      <p:sp>
        <p:nvSpPr>
          <p:cNvPr id="400" name="Google Shape;400;p34"/>
          <p:cNvSpPr txBox="1"/>
          <p:nvPr>
            <p:ph idx="1" type="body"/>
          </p:nvPr>
        </p:nvSpPr>
        <p:spPr>
          <a:xfrm>
            <a:off x="4831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1" name="Google Shape;401;p34"/>
          <p:cNvSpPr txBox="1"/>
          <p:nvPr>
            <p:ph idx="2" type="body"/>
          </p:nvPr>
        </p:nvSpPr>
        <p:spPr>
          <a:xfrm>
            <a:off x="334772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2" name="Google Shape;402;p34"/>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03" name="Google Shape;403;p34"/>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4" name="Google Shape;404;p34"/>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5" name="Google Shape;405;p34"/>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06" name="Google Shape;406;p34"/>
          <p:cNvSpPr txBox="1"/>
          <p:nvPr>
            <p:ph idx="6" type="body"/>
          </p:nvPr>
        </p:nvSpPr>
        <p:spPr>
          <a:xfrm>
            <a:off x="6212275" y="2417500"/>
            <a:ext cx="2455500" cy="23736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07" name="Shape 407"/>
        <p:cNvGrpSpPr/>
        <p:nvPr/>
      </p:nvGrpSpPr>
      <p:grpSpPr>
        <a:xfrm>
          <a:off x="0" y="0"/>
          <a:ext cx="0" cy="0"/>
          <a:chOff x="0" y="0"/>
          <a:chExt cx="0" cy="0"/>
        </a:xfrm>
      </p:grpSpPr>
      <p:sp>
        <p:nvSpPr>
          <p:cNvPr id="408" name="Google Shape;408;p35"/>
          <p:cNvSpPr txBox="1"/>
          <p:nvPr>
            <p:ph idx="1" type="body"/>
          </p:nvPr>
        </p:nvSpPr>
        <p:spPr>
          <a:xfrm>
            <a:off x="366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9" name="Google Shape;409;p35"/>
          <p:cNvSpPr txBox="1"/>
          <p:nvPr>
            <p:ph idx="2" type="body"/>
          </p:nvPr>
        </p:nvSpPr>
        <p:spPr>
          <a:xfrm>
            <a:off x="4938725" y="1759093"/>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0" name="Google Shape;410;p35"/>
          <p:cNvSpPr txBox="1"/>
          <p:nvPr>
            <p:ph idx="3" type="body"/>
          </p:nvPr>
        </p:nvSpPr>
        <p:spPr>
          <a:xfrm>
            <a:off x="366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1" name="Google Shape;411;p35"/>
          <p:cNvSpPr txBox="1"/>
          <p:nvPr>
            <p:ph idx="4" type="body"/>
          </p:nvPr>
        </p:nvSpPr>
        <p:spPr>
          <a:xfrm>
            <a:off x="4938750" y="3648575"/>
            <a:ext cx="3838500" cy="11385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2" name="Google Shape;412;p35"/>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13" name="Google Shape;413;p35"/>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4" name="Google Shape;414;p35"/>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5" name="Google Shape;415;p35"/>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
        <p:nvSpPr>
          <p:cNvPr id="416" name="Google Shape;416;p35"/>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17" name="Shape 417"/>
        <p:cNvGrpSpPr/>
        <p:nvPr/>
      </p:nvGrpSpPr>
      <p:grpSpPr>
        <a:xfrm>
          <a:off x="0" y="0"/>
          <a:ext cx="0" cy="0"/>
          <a:chOff x="0" y="0"/>
          <a:chExt cx="0" cy="0"/>
        </a:xfrm>
      </p:grpSpPr>
      <p:sp>
        <p:nvSpPr>
          <p:cNvPr id="418" name="Google Shape;418;p3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9" name="Google Shape;419;p36"/>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20" name="Shape 420"/>
        <p:cNvGrpSpPr/>
        <p:nvPr/>
      </p:nvGrpSpPr>
      <p:grpSpPr>
        <a:xfrm>
          <a:off x="0" y="0"/>
          <a:ext cx="0" cy="0"/>
          <a:chOff x="0" y="0"/>
          <a:chExt cx="0" cy="0"/>
        </a:xfrm>
      </p:grpSpPr>
      <p:sp>
        <p:nvSpPr>
          <p:cNvPr id="421" name="Google Shape;421;p37"/>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2" name="Google Shape;422;p37"/>
          <p:cNvSpPr/>
          <p:nvPr>
            <p:ph idx="2" type="pic"/>
          </p:nvPr>
        </p:nvSpPr>
        <p:spPr>
          <a:xfrm>
            <a:off x="4804825" y="1133300"/>
            <a:ext cx="4027500" cy="2392800"/>
          </a:xfrm>
          <a:prstGeom prst="rect">
            <a:avLst/>
          </a:prstGeom>
          <a:noFill/>
          <a:ln>
            <a:noFill/>
          </a:ln>
        </p:spPr>
      </p:sp>
      <p:sp>
        <p:nvSpPr>
          <p:cNvPr id="423" name="Google Shape;423;p37"/>
          <p:cNvSpPr/>
          <p:nvPr>
            <p:ph idx="3" type="pic"/>
          </p:nvPr>
        </p:nvSpPr>
        <p:spPr>
          <a:xfrm>
            <a:off x="311725" y="1133300"/>
            <a:ext cx="4027500" cy="2392800"/>
          </a:xfrm>
          <a:prstGeom prst="rect">
            <a:avLst/>
          </a:prstGeom>
          <a:noFill/>
          <a:ln>
            <a:noFill/>
          </a:ln>
        </p:spPr>
      </p:sp>
      <p:sp>
        <p:nvSpPr>
          <p:cNvPr id="424" name="Google Shape;424;p37"/>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5" name="Google Shape;425;p3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6" name="Google Shape;426;p37"/>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27" name="Google Shape;427;p37"/>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28" name="Shape 428"/>
        <p:cNvGrpSpPr/>
        <p:nvPr/>
      </p:nvGrpSpPr>
      <p:grpSpPr>
        <a:xfrm>
          <a:off x="0" y="0"/>
          <a:ext cx="0" cy="0"/>
          <a:chOff x="0" y="0"/>
          <a:chExt cx="0" cy="0"/>
        </a:xfrm>
      </p:grpSpPr>
      <p:sp>
        <p:nvSpPr>
          <p:cNvPr id="429" name="Google Shape;429;p38"/>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0" name="Google Shape;430;p38"/>
          <p:cNvSpPr/>
          <p:nvPr>
            <p:ph idx="2" type="pic"/>
          </p:nvPr>
        </p:nvSpPr>
        <p:spPr>
          <a:xfrm>
            <a:off x="6205225" y="1128325"/>
            <a:ext cx="2627100" cy="2273100"/>
          </a:xfrm>
          <a:prstGeom prst="rect">
            <a:avLst/>
          </a:prstGeom>
          <a:noFill/>
          <a:ln>
            <a:noFill/>
          </a:ln>
        </p:spPr>
      </p:sp>
      <p:sp>
        <p:nvSpPr>
          <p:cNvPr id="431" name="Google Shape;431;p38"/>
          <p:cNvSpPr/>
          <p:nvPr>
            <p:ph idx="3" type="pic"/>
          </p:nvPr>
        </p:nvSpPr>
        <p:spPr>
          <a:xfrm>
            <a:off x="311725" y="1128325"/>
            <a:ext cx="2627100" cy="2273100"/>
          </a:xfrm>
          <a:prstGeom prst="rect">
            <a:avLst/>
          </a:prstGeom>
          <a:noFill/>
          <a:ln>
            <a:noFill/>
          </a:ln>
        </p:spPr>
      </p:sp>
      <p:sp>
        <p:nvSpPr>
          <p:cNvPr id="432" name="Google Shape;432;p38"/>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3" name="Google Shape;433;p38"/>
          <p:cNvSpPr/>
          <p:nvPr>
            <p:ph idx="5" type="pic"/>
          </p:nvPr>
        </p:nvSpPr>
        <p:spPr>
          <a:xfrm>
            <a:off x="3255250" y="1128325"/>
            <a:ext cx="2627100" cy="2273100"/>
          </a:xfrm>
          <a:prstGeom prst="rect">
            <a:avLst/>
          </a:prstGeom>
          <a:noFill/>
          <a:ln>
            <a:noFill/>
          </a:ln>
        </p:spPr>
      </p:sp>
      <p:sp>
        <p:nvSpPr>
          <p:cNvPr id="434" name="Google Shape;434;p38"/>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5" name="Google Shape;435;p3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6" name="Google Shape;436;p38"/>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37" name="Google Shape;437;p38"/>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
        <p:nvSpPr>
          <p:cNvPr id="438" name="Google Shape;438;p38"/>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8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39" name="Shape 439"/>
        <p:cNvGrpSpPr/>
        <p:nvPr/>
      </p:nvGrpSpPr>
      <p:grpSpPr>
        <a:xfrm>
          <a:off x="0" y="0"/>
          <a:ext cx="0" cy="0"/>
          <a:chOff x="0" y="0"/>
          <a:chExt cx="0" cy="0"/>
        </a:xfrm>
      </p:grpSpPr>
      <p:sp>
        <p:nvSpPr>
          <p:cNvPr id="440" name="Google Shape;440;p39"/>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41" name="Shape 441"/>
        <p:cNvGrpSpPr/>
        <p:nvPr/>
      </p:nvGrpSpPr>
      <p:grpSpPr>
        <a:xfrm>
          <a:off x="0" y="0"/>
          <a:ext cx="0" cy="0"/>
          <a:chOff x="0" y="0"/>
          <a:chExt cx="0" cy="0"/>
        </a:xfrm>
      </p:grpSpPr>
      <p:sp>
        <p:nvSpPr>
          <p:cNvPr id="442" name="Google Shape;442;p40"/>
          <p:cNvSpPr/>
          <p:nvPr>
            <p:ph idx="2" type="pic"/>
          </p:nvPr>
        </p:nvSpPr>
        <p:spPr>
          <a:xfrm>
            <a:off x="3389600" y="118913"/>
            <a:ext cx="1643700" cy="1535100"/>
          </a:xfrm>
          <a:prstGeom prst="rect">
            <a:avLst/>
          </a:prstGeom>
          <a:noFill/>
          <a:ln>
            <a:noFill/>
          </a:ln>
        </p:spPr>
      </p:sp>
      <p:sp>
        <p:nvSpPr>
          <p:cNvPr id="443" name="Google Shape;443;p40"/>
          <p:cNvSpPr/>
          <p:nvPr>
            <p:ph idx="3" type="pic"/>
          </p:nvPr>
        </p:nvSpPr>
        <p:spPr>
          <a:xfrm>
            <a:off x="5195935" y="118913"/>
            <a:ext cx="1643700" cy="1535100"/>
          </a:xfrm>
          <a:prstGeom prst="rect">
            <a:avLst/>
          </a:prstGeom>
          <a:noFill/>
          <a:ln>
            <a:noFill/>
          </a:ln>
        </p:spPr>
      </p:sp>
      <p:sp>
        <p:nvSpPr>
          <p:cNvPr id="444" name="Google Shape;444;p40"/>
          <p:cNvSpPr/>
          <p:nvPr>
            <p:ph idx="4" type="pic"/>
          </p:nvPr>
        </p:nvSpPr>
        <p:spPr>
          <a:xfrm>
            <a:off x="7002270" y="118913"/>
            <a:ext cx="1643700" cy="1535100"/>
          </a:xfrm>
          <a:prstGeom prst="rect">
            <a:avLst/>
          </a:prstGeom>
          <a:noFill/>
          <a:ln>
            <a:noFill/>
          </a:ln>
        </p:spPr>
      </p:sp>
      <p:sp>
        <p:nvSpPr>
          <p:cNvPr id="445" name="Google Shape;445;p40"/>
          <p:cNvSpPr/>
          <p:nvPr>
            <p:ph idx="5" type="pic"/>
          </p:nvPr>
        </p:nvSpPr>
        <p:spPr>
          <a:xfrm>
            <a:off x="3389588" y="1804212"/>
            <a:ext cx="1643700" cy="1535100"/>
          </a:xfrm>
          <a:prstGeom prst="rect">
            <a:avLst/>
          </a:prstGeom>
          <a:noFill/>
          <a:ln>
            <a:noFill/>
          </a:ln>
        </p:spPr>
      </p:sp>
      <p:sp>
        <p:nvSpPr>
          <p:cNvPr id="446" name="Google Shape;446;p40"/>
          <p:cNvSpPr/>
          <p:nvPr>
            <p:ph idx="6" type="pic"/>
          </p:nvPr>
        </p:nvSpPr>
        <p:spPr>
          <a:xfrm>
            <a:off x="5195922" y="1804212"/>
            <a:ext cx="1643700" cy="1535100"/>
          </a:xfrm>
          <a:prstGeom prst="rect">
            <a:avLst/>
          </a:prstGeom>
          <a:noFill/>
          <a:ln>
            <a:noFill/>
          </a:ln>
        </p:spPr>
      </p:sp>
      <p:sp>
        <p:nvSpPr>
          <p:cNvPr id="447" name="Google Shape;447;p40"/>
          <p:cNvSpPr/>
          <p:nvPr>
            <p:ph idx="7" type="pic"/>
          </p:nvPr>
        </p:nvSpPr>
        <p:spPr>
          <a:xfrm>
            <a:off x="7002257" y="1804212"/>
            <a:ext cx="1643700" cy="1535100"/>
          </a:xfrm>
          <a:prstGeom prst="rect">
            <a:avLst/>
          </a:prstGeom>
          <a:noFill/>
          <a:ln>
            <a:noFill/>
          </a:ln>
        </p:spPr>
      </p:sp>
      <p:sp>
        <p:nvSpPr>
          <p:cNvPr id="448" name="Google Shape;448;p40"/>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49" name="Google Shape;449;p40"/>
          <p:cNvSpPr/>
          <p:nvPr>
            <p:ph idx="8" type="pic"/>
          </p:nvPr>
        </p:nvSpPr>
        <p:spPr>
          <a:xfrm>
            <a:off x="3389588" y="3489487"/>
            <a:ext cx="1643700" cy="1535100"/>
          </a:xfrm>
          <a:prstGeom prst="rect">
            <a:avLst/>
          </a:prstGeom>
          <a:noFill/>
          <a:ln>
            <a:noFill/>
          </a:ln>
        </p:spPr>
      </p:sp>
      <p:sp>
        <p:nvSpPr>
          <p:cNvPr id="450" name="Google Shape;450;p40"/>
          <p:cNvSpPr/>
          <p:nvPr>
            <p:ph idx="9" type="pic"/>
          </p:nvPr>
        </p:nvSpPr>
        <p:spPr>
          <a:xfrm>
            <a:off x="5195922" y="3489487"/>
            <a:ext cx="1643700" cy="1535100"/>
          </a:xfrm>
          <a:prstGeom prst="rect">
            <a:avLst/>
          </a:prstGeom>
          <a:noFill/>
          <a:ln>
            <a:noFill/>
          </a:ln>
        </p:spPr>
      </p:sp>
      <p:sp>
        <p:nvSpPr>
          <p:cNvPr id="451" name="Google Shape;451;p40"/>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theme" Target="../theme/theme2.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2"/>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1pPr>
            <a:lvl2pPr indent="0" lvl="1"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2pPr>
            <a:lvl3pPr indent="0" lvl="2"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3pPr>
            <a:lvl4pPr indent="0" lvl="3"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4pPr>
            <a:lvl5pPr indent="0" lvl="4"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5pPr>
            <a:lvl6pPr indent="0" lvl="5"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6pPr>
            <a:lvl7pPr indent="0" lvl="6"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7pPr>
            <a:lvl8pPr indent="0" lvl="7"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8pPr>
            <a:lvl9pPr indent="0" lvl="8" marL="0" marR="0" rtl="0" algn="r">
              <a:lnSpc>
                <a:spcPct val="100000"/>
              </a:lnSpc>
              <a:spcBef>
                <a:spcPts val="0"/>
              </a:spcBef>
              <a:spcAft>
                <a:spcPts val="0"/>
              </a:spcAft>
              <a:buClr>
                <a:srgbClr val="000000"/>
              </a:buClr>
              <a:buSzPts val="1000"/>
              <a:buFont typeface="Arial"/>
              <a:buNone/>
              <a:defRPr sz="1000">
                <a:solidFill>
                  <a:schemeClr val="dk2"/>
                </a:solidFill>
                <a:latin typeface="Space Grotesk"/>
                <a:ea typeface="Space Grotesk"/>
                <a:cs typeface="Space Grotesk"/>
                <a:sym typeface="Space Grotesk"/>
              </a:defRPr>
            </a:lvl9pPr>
          </a:lstStyle>
          <a:p>
            <a:pPr indent="0" lvl="0" marL="0" rtl="0" algn="r">
              <a:spcBef>
                <a:spcPts val="0"/>
              </a:spcBef>
              <a:spcAft>
                <a:spcPts val="0"/>
              </a:spcAft>
              <a:buNone/>
            </a:pPr>
            <a:fld id="{00000000-1234-1234-1234-123412341234}" type="slidenum">
              <a:rPr lang="en"/>
              <a:t>‹#›</a:t>
            </a:fld>
            <a:endParaRPr/>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Space Grotesk"/>
              <a:buChar char="●"/>
              <a:defRPr sz="1800">
                <a:solidFill>
                  <a:schemeClr val="dk1"/>
                </a:solidFill>
                <a:latin typeface="Space Grotesk"/>
                <a:ea typeface="Space Grotesk"/>
                <a:cs typeface="Space Grotesk"/>
                <a:sym typeface="Space Grotesk"/>
              </a:defRPr>
            </a:lvl1pPr>
            <a:lvl2pPr indent="-317500" lvl="1" marL="914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2pPr>
            <a:lvl3pPr indent="-317500" lvl="2" marL="1371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3pPr>
            <a:lvl4pPr indent="-317500" lvl="3" marL="1828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4pPr>
            <a:lvl5pPr indent="-317500" lvl="4" marL="22860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5pPr>
            <a:lvl6pPr indent="-317500" lvl="5" marL="27432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6pPr>
            <a:lvl7pPr indent="-317500" lvl="6" marL="32004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7pPr>
            <a:lvl8pPr indent="-317500" lvl="7" marL="36576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8pPr>
            <a:lvl9pPr indent="-317500" lvl="8" marL="4114800">
              <a:lnSpc>
                <a:spcPct val="115000"/>
              </a:lnSpc>
              <a:spcBef>
                <a:spcPts val="0"/>
              </a:spcBef>
              <a:spcAft>
                <a:spcPts val="0"/>
              </a:spcAft>
              <a:buClr>
                <a:schemeClr val="dk1"/>
              </a:buClr>
              <a:buSzPts val="1400"/>
              <a:buFont typeface="Space Grotesk"/>
              <a:buChar char="■"/>
              <a:defRPr>
                <a:solidFill>
                  <a:schemeClr val="dk1"/>
                </a:solidFill>
                <a:latin typeface="Space Grotesk"/>
                <a:ea typeface="Space Grotesk"/>
                <a:cs typeface="Space Grotesk"/>
                <a:sym typeface="Space Grotesk"/>
              </a:defRPr>
            </a:lvl9pPr>
          </a:lstStyle>
          <a:p/>
        </p:txBody>
      </p:sp>
      <p:sp>
        <p:nvSpPr>
          <p:cNvPr id="8" name="Google Shape;8;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1pPr>
            <a:lvl2pPr lvl="1">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2pPr>
            <a:lvl3pPr lvl="2">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3pPr>
            <a:lvl4pPr lvl="3">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4pPr>
            <a:lvl5pPr lvl="4">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5pPr>
            <a:lvl6pPr lvl="5">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6pPr>
            <a:lvl7pPr lvl="6">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7pPr>
            <a:lvl8pPr lvl="7">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8pPr>
            <a:lvl9pPr lvl="8">
              <a:spcBef>
                <a:spcPts val="0"/>
              </a:spcBef>
              <a:spcAft>
                <a:spcPts val="0"/>
              </a:spcAft>
              <a:buClr>
                <a:schemeClr val="dk1"/>
              </a:buClr>
              <a:buSzPts val="2800"/>
              <a:buFont typeface="Space Grotesk Medium"/>
              <a:buNone/>
              <a:defRPr sz="2800">
                <a:solidFill>
                  <a:schemeClr val="dk1"/>
                </a:solidFill>
                <a:latin typeface="Space Grotesk Medium"/>
                <a:ea typeface="Space Grotesk Medium"/>
                <a:cs typeface="Space Grotesk Medium"/>
                <a:sym typeface="Space Grotesk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59">
          <p15:clr>
            <a:srgbClr val="E46962"/>
          </p15:clr>
        </p15:guide>
        <p15:guide id="2" orient="horz" pos="17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0.png"/><Relationship Id="rId5"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 Id="rId3" Type="http://schemas.openxmlformats.org/officeDocument/2006/relationships/hyperlink" Target="http://intro.js" TargetMode="External"/><Relationship Id="rId4" Type="http://schemas.openxmlformats.org/officeDocument/2006/relationships/hyperlink" Target="http://react.j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1"/>
          <p:cNvSpPr txBox="1"/>
          <p:nvPr>
            <p:ph idx="4" type="title"/>
          </p:nvPr>
        </p:nvSpPr>
        <p:spPr>
          <a:xfrm>
            <a:off x="699975" y="734275"/>
            <a:ext cx="5992500" cy="18369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a:t>GENERAITOR</a:t>
            </a:r>
            <a:endParaRPr/>
          </a:p>
        </p:txBody>
      </p:sp>
      <p:sp>
        <p:nvSpPr>
          <p:cNvPr id="457" name="Google Shape;457;p41"/>
          <p:cNvSpPr txBox="1"/>
          <p:nvPr>
            <p:ph type="title"/>
          </p:nvPr>
        </p:nvSpPr>
        <p:spPr>
          <a:xfrm>
            <a:off x="716836" y="2603560"/>
            <a:ext cx="7775700" cy="8652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SzPts val="3500"/>
              <a:buNone/>
            </a:pPr>
            <a:r>
              <a:rPr lang="en"/>
              <a:t>Project Presentation for LUBIS EDA</a:t>
            </a:r>
            <a:endParaRPr/>
          </a:p>
        </p:txBody>
      </p:sp>
      <p:sp>
        <p:nvSpPr>
          <p:cNvPr id="458" name="Google Shape;458;p41"/>
          <p:cNvSpPr txBox="1"/>
          <p:nvPr>
            <p:ph idx="3" type="title"/>
          </p:nvPr>
        </p:nvSpPr>
        <p:spPr>
          <a:xfrm>
            <a:off x="716836" y="3459250"/>
            <a:ext cx="7673400" cy="678300"/>
          </a:xfrm>
          <a:prstGeom prst="rect">
            <a:avLst/>
          </a:prstGeom>
        </p:spPr>
        <p:txBody>
          <a:bodyPr anchorCtr="0" anchor="t" bIns="0" lIns="0" spcFirstLastPara="1" rIns="0" wrap="square" tIns="0">
            <a:normAutofit/>
          </a:bodyPr>
          <a:lstStyle/>
          <a:p>
            <a:pPr indent="0" lvl="0" marL="0" rtl="0" algn="l">
              <a:lnSpc>
                <a:spcPct val="80000"/>
              </a:lnSpc>
              <a:spcBef>
                <a:spcPts val="0"/>
              </a:spcBef>
              <a:spcAft>
                <a:spcPts val="0"/>
              </a:spcAft>
              <a:buSzPts val="3500"/>
              <a:buNone/>
            </a:pPr>
            <a:r>
              <a:rPr lang="en"/>
              <a:t>20/06/2025</a:t>
            </a:r>
            <a:endParaRPr/>
          </a:p>
        </p:txBody>
      </p:sp>
      <p:sp>
        <p:nvSpPr>
          <p:cNvPr id="459" name="Google Shape;459;p41"/>
          <p:cNvSpPr txBox="1"/>
          <p:nvPr>
            <p:ph idx="2" type="title"/>
          </p:nvPr>
        </p:nvSpPr>
        <p:spPr>
          <a:xfrm>
            <a:off x="699978" y="4174219"/>
            <a:ext cx="4909500" cy="330300"/>
          </a:xfrm>
          <a:prstGeom prst="rect">
            <a:avLst/>
          </a:prstGeom>
        </p:spPr>
        <p:txBody>
          <a:bodyPr anchorCtr="0" anchor="ctr" bIns="0" lIns="0" spcFirstLastPara="1" rIns="0" wrap="square" tIns="0">
            <a:normAutofit/>
          </a:bodyPr>
          <a:lstStyle/>
          <a:p>
            <a:pPr indent="0" lvl="0" marL="0" rtl="0" algn="l">
              <a:lnSpc>
                <a:spcPct val="80000"/>
              </a:lnSpc>
              <a:spcBef>
                <a:spcPts val="0"/>
              </a:spcBef>
              <a:spcAft>
                <a:spcPts val="0"/>
              </a:spcAft>
              <a:buSzPts val="1500"/>
              <a:buNone/>
            </a:pPr>
            <a:r>
              <a:rPr lang="en"/>
              <a:t>Lets walk through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42"/>
          <p:cNvSpPr txBox="1"/>
          <p:nvPr>
            <p:ph idx="1" type="subTitle"/>
          </p:nvPr>
        </p:nvSpPr>
        <p:spPr>
          <a:xfrm>
            <a:off x="1821150" y="252600"/>
            <a:ext cx="2653500" cy="9036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SzPts val="1018"/>
              <a:buNone/>
            </a:pPr>
            <a:r>
              <a:rPr lang="en" sz="1025"/>
              <a:t>GENERAITOR</a:t>
            </a:r>
            <a:endParaRPr sz="1025"/>
          </a:p>
        </p:txBody>
      </p:sp>
      <p:sp>
        <p:nvSpPr>
          <p:cNvPr id="465" name="Google Shape;465;p42"/>
          <p:cNvSpPr txBox="1"/>
          <p:nvPr>
            <p:ph type="title"/>
          </p:nvPr>
        </p:nvSpPr>
        <p:spPr>
          <a:xfrm>
            <a:off x="252600" y="4124825"/>
            <a:ext cx="8638800" cy="9036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7700"/>
              <a:buNone/>
            </a:pPr>
            <a:r>
              <a:rPr lang="en" sz="6100"/>
              <a:t>Document Extraction and classification Tool</a:t>
            </a:r>
            <a:endParaRPr sz="6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43"/>
          <p:cNvSpPr/>
          <p:nvPr/>
        </p:nvSpPr>
        <p:spPr>
          <a:xfrm>
            <a:off x="3608025" y="-10725"/>
            <a:ext cx="588300" cy="3633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
        <p:nvSpPr>
          <p:cNvPr id="471" name="Google Shape;471;p43"/>
          <p:cNvSpPr txBox="1"/>
          <p:nvPr>
            <p:ph type="title"/>
          </p:nvPr>
        </p:nvSpPr>
        <p:spPr>
          <a:xfrm>
            <a:off x="215550" y="74125"/>
            <a:ext cx="4288200" cy="14013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SzPts val="990"/>
              <a:buNone/>
            </a:pPr>
            <a:r>
              <a:rPr lang="en" sz="3509"/>
              <a:t>What is </a:t>
            </a:r>
            <a:r>
              <a:rPr lang="en" sz="3509"/>
              <a:t>generaitor</a:t>
            </a:r>
            <a:r>
              <a:rPr lang="en" sz="3509"/>
              <a:t>?</a:t>
            </a:r>
            <a:endParaRPr sz="3509"/>
          </a:p>
        </p:txBody>
      </p:sp>
      <p:sp>
        <p:nvSpPr>
          <p:cNvPr id="472" name="Google Shape;472;p43"/>
          <p:cNvSpPr txBox="1"/>
          <p:nvPr>
            <p:ph idx="1" type="subTitle"/>
          </p:nvPr>
        </p:nvSpPr>
        <p:spPr>
          <a:xfrm>
            <a:off x="319331" y="1556829"/>
            <a:ext cx="2653500" cy="7926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000"/>
              <a:buNone/>
            </a:pPr>
            <a:r>
              <a:rPr lang="en"/>
              <a:t>In SHORT,</a:t>
            </a:r>
            <a:endParaRPr/>
          </a:p>
        </p:txBody>
      </p:sp>
      <p:sp>
        <p:nvSpPr>
          <p:cNvPr id="473" name="Google Shape;473;p43"/>
          <p:cNvSpPr txBox="1"/>
          <p:nvPr>
            <p:ph idx="2" type="body"/>
          </p:nvPr>
        </p:nvSpPr>
        <p:spPr>
          <a:xfrm>
            <a:off x="252600" y="1919550"/>
            <a:ext cx="3049800" cy="1548900"/>
          </a:xfrm>
          <a:prstGeom prst="rect">
            <a:avLst/>
          </a:prstGeom>
        </p:spPr>
        <p:txBody>
          <a:bodyPr anchorCtr="0" anchor="b" bIns="0" lIns="0" spcFirstLastPara="1" rIns="0" wrap="square" tIns="0">
            <a:noAutofit/>
          </a:bodyPr>
          <a:lstStyle/>
          <a:p>
            <a:pPr indent="0" lvl="0" marL="0" rtl="0" algn="just">
              <a:lnSpc>
                <a:spcPct val="115000"/>
              </a:lnSpc>
              <a:spcBef>
                <a:spcPts val="0"/>
              </a:spcBef>
              <a:spcAft>
                <a:spcPts val="0"/>
              </a:spcAft>
              <a:buSzPts val="1000"/>
              <a:buNone/>
            </a:pPr>
            <a:r>
              <a:rPr lang="en" sz="950">
                <a:solidFill>
                  <a:srgbClr val="404040"/>
                </a:solidFill>
                <a:highlight>
                  <a:srgbClr val="FFFFFF"/>
                </a:highlight>
                <a:latin typeface="Montserrat"/>
                <a:ea typeface="Montserrat"/>
                <a:cs typeface="Montserrat"/>
                <a:sym typeface="Montserrat"/>
              </a:rPr>
              <a:t>Allows AI services to be created easily and without IT expertise using a low-code approach. The full range of OvAItion technologies (including selected LLMs) is available, achieving high recognition rates with minimal training effort. In addition to fully customized automation services, customers can also access a growing catalog of pre-trained, optimized AI services.</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44"/>
          <p:cNvSpPr txBox="1"/>
          <p:nvPr>
            <p:ph type="title"/>
          </p:nvPr>
        </p:nvSpPr>
        <p:spPr>
          <a:xfrm>
            <a:off x="252600" y="100250"/>
            <a:ext cx="4216200" cy="8652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Clr>
                <a:schemeClr val="dk1"/>
              </a:buClr>
              <a:buSzPts val="990"/>
              <a:buFont typeface="Arial"/>
              <a:buNone/>
            </a:pPr>
            <a:r>
              <a:rPr lang="en" sz="3509"/>
              <a:t>FRONTEND</a:t>
            </a:r>
            <a:endParaRPr sz="3509"/>
          </a:p>
        </p:txBody>
      </p:sp>
      <p:sp>
        <p:nvSpPr>
          <p:cNvPr id="479" name="Google Shape;479;p44"/>
          <p:cNvSpPr txBox="1"/>
          <p:nvPr>
            <p:ph idx="1" type="body"/>
          </p:nvPr>
        </p:nvSpPr>
        <p:spPr>
          <a:xfrm>
            <a:off x="252600" y="1297000"/>
            <a:ext cx="3128700" cy="1741500"/>
          </a:xfrm>
          <a:prstGeom prst="rect">
            <a:avLst/>
          </a:prstGeom>
        </p:spPr>
        <p:txBody>
          <a:bodyPr anchorCtr="0" anchor="b" bIns="0" lIns="0" spcFirstLastPara="1" rIns="0" wrap="square" tIns="0">
            <a:noAutofit/>
          </a:bodyPr>
          <a:lstStyle/>
          <a:p>
            <a:pPr indent="0" lvl="0" marL="0" rtl="0" algn="l">
              <a:lnSpc>
                <a:spcPct val="100000"/>
              </a:lnSpc>
              <a:spcBef>
                <a:spcPts val="0"/>
              </a:spcBef>
              <a:spcAft>
                <a:spcPts val="0"/>
              </a:spcAft>
              <a:buSzPts val="1000"/>
              <a:buNone/>
            </a:pPr>
            <a:r>
              <a:rPr lang="en" u="sng">
                <a:highlight>
                  <a:schemeClr val="accent5"/>
                </a:highlight>
              </a:rPr>
              <a:t>Creation</a:t>
            </a:r>
            <a:r>
              <a:rPr lang="en" sz="1700" u="sng">
                <a:highlight>
                  <a:schemeClr val="accent5"/>
                </a:highlight>
              </a:rPr>
              <a:t> </a:t>
            </a:r>
            <a:r>
              <a:rPr lang="en" sz="900" u="sng">
                <a:highlight>
                  <a:schemeClr val="accent5"/>
                </a:highlight>
              </a:rPr>
              <a:t>of End to End </a:t>
            </a:r>
            <a:r>
              <a:rPr lang="en" sz="900" u="sng">
                <a:highlight>
                  <a:schemeClr val="accent5"/>
                </a:highlight>
              </a:rPr>
              <a:t>Tutorial system </a:t>
            </a:r>
            <a:r>
              <a:rPr lang="en" sz="200" u="sng">
                <a:highlight>
                  <a:schemeClr val="accent5"/>
                </a:highlight>
              </a:rPr>
              <a:t>:</a:t>
            </a:r>
            <a:endParaRPr sz="200" u="sng">
              <a:highlight>
                <a:schemeClr val="accent5"/>
              </a:highlight>
            </a:endParaRPr>
          </a:p>
          <a:p>
            <a:pPr indent="0" lvl="0" marL="0" rtl="0" algn="l">
              <a:lnSpc>
                <a:spcPct val="100000"/>
              </a:lnSpc>
              <a:spcBef>
                <a:spcPts val="0"/>
              </a:spcBef>
              <a:spcAft>
                <a:spcPts val="0"/>
              </a:spcAft>
              <a:buSzPts val="1000"/>
              <a:buNone/>
            </a:pPr>
            <a:r>
              <a:t/>
            </a:r>
            <a:endParaRPr sz="200"/>
          </a:p>
          <a:p>
            <a:pPr indent="-279400" lvl="0" marL="342900" rtl="0" algn="l">
              <a:lnSpc>
                <a:spcPct val="200000"/>
              </a:lnSpc>
              <a:spcBef>
                <a:spcPts val="0"/>
              </a:spcBef>
              <a:spcAft>
                <a:spcPts val="0"/>
              </a:spcAft>
              <a:buSzPts val="1000"/>
              <a:buFont typeface="Arial"/>
              <a:buChar char="•"/>
            </a:pPr>
            <a:r>
              <a:rPr lang="en">
                <a:latin typeface="Arial"/>
                <a:ea typeface="Arial"/>
                <a:cs typeface="Arial"/>
                <a:sym typeface="Arial"/>
              </a:rPr>
              <a:t>Modular Setup with separate Tutorial for each page/step</a:t>
            </a:r>
            <a:endParaRPr sz="400">
              <a:latin typeface="Arial"/>
              <a:ea typeface="Arial"/>
              <a:cs typeface="Arial"/>
              <a:sym typeface="Arial"/>
            </a:endParaRPr>
          </a:p>
          <a:p>
            <a:pPr indent="-279400" lvl="0" marL="342900" rtl="0" algn="l">
              <a:lnSpc>
                <a:spcPct val="200000"/>
              </a:lnSpc>
              <a:spcBef>
                <a:spcPts val="0"/>
              </a:spcBef>
              <a:spcAft>
                <a:spcPts val="0"/>
              </a:spcAft>
              <a:buSzPts val="1000"/>
              <a:buFont typeface="Arial"/>
              <a:buChar char="•"/>
            </a:pPr>
            <a:r>
              <a:rPr lang="en">
                <a:latin typeface="Arial"/>
                <a:ea typeface="Arial"/>
                <a:cs typeface="Arial"/>
                <a:sym typeface="Arial"/>
              </a:rPr>
              <a:t>Tutorial automatically triggered when user is new to page</a:t>
            </a:r>
            <a:endParaRPr sz="400">
              <a:latin typeface="Arial"/>
              <a:ea typeface="Arial"/>
              <a:cs typeface="Arial"/>
              <a:sym typeface="Arial"/>
            </a:endParaRPr>
          </a:p>
          <a:p>
            <a:pPr indent="-279400" lvl="0" marL="342900" rtl="0" algn="l">
              <a:lnSpc>
                <a:spcPct val="200000"/>
              </a:lnSpc>
              <a:spcBef>
                <a:spcPts val="0"/>
              </a:spcBef>
              <a:spcAft>
                <a:spcPts val="0"/>
              </a:spcAft>
              <a:buSzPts val="1000"/>
              <a:buFont typeface="Arial"/>
              <a:buChar char="•"/>
            </a:pPr>
            <a:r>
              <a:rPr lang="en">
                <a:latin typeface="Arial"/>
                <a:ea typeface="Arial"/>
                <a:cs typeface="Arial"/>
                <a:sym typeface="Arial"/>
              </a:rPr>
              <a:t>Tutorial manually activatable via Navigation Bar</a:t>
            </a:r>
            <a:endParaRPr sz="400">
              <a:latin typeface="Arial"/>
              <a:ea typeface="Arial"/>
              <a:cs typeface="Arial"/>
              <a:sym typeface="Arial"/>
            </a:endParaRPr>
          </a:p>
          <a:p>
            <a:pPr indent="-279400" lvl="0" marL="342900" rtl="0" algn="l">
              <a:lnSpc>
                <a:spcPct val="200000"/>
              </a:lnSpc>
              <a:spcBef>
                <a:spcPts val="0"/>
              </a:spcBef>
              <a:spcAft>
                <a:spcPts val="0"/>
              </a:spcAft>
              <a:buSzPts val="1000"/>
              <a:buFont typeface="Arial"/>
              <a:buChar char="•"/>
            </a:pPr>
            <a:r>
              <a:rPr lang="en">
                <a:latin typeface="Arial"/>
                <a:ea typeface="Arial"/>
                <a:cs typeface="Arial"/>
                <a:sym typeface="Arial"/>
              </a:rPr>
              <a:t>Tutorial manually, entirely deactivatable via Navigation Bar</a:t>
            </a:r>
            <a:r>
              <a:rPr lang="en">
                <a:solidFill>
                  <a:srgbClr val="157CD5"/>
                </a:solidFill>
                <a:latin typeface="Arial"/>
                <a:ea typeface="Arial"/>
                <a:cs typeface="Arial"/>
                <a:sym typeface="Arial"/>
              </a:rPr>
              <a:t> , </a:t>
            </a:r>
            <a:r>
              <a:rPr lang="en">
                <a:latin typeface="Arial"/>
                <a:ea typeface="Arial"/>
                <a:cs typeface="Arial"/>
                <a:sym typeface="Arial"/>
              </a:rPr>
              <a:t>Highlights Active Elements</a:t>
            </a:r>
            <a:endParaRPr sz="700"/>
          </a:p>
        </p:txBody>
      </p:sp>
      <p:sp>
        <p:nvSpPr>
          <p:cNvPr id="480" name="Google Shape;480;p44"/>
          <p:cNvSpPr/>
          <p:nvPr/>
        </p:nvSpPr>
        <p:spPr>
          <a:xfrm>
            <a:off x="311275" y="3075727"/>
            <a:ext cx="6513895" cy="2005627"/>
          </a:xfrm>
          <a:custGeom>
            <a:rect b="b" l="l" r="r" t="t"/>
            <a:pathLst>
              <a:path extrusionOk="0" h="4407972" w="12587237">
                <a:moveTo>
                  <a:pt x="0" y="0"/>
                </a:moveTo>
                <a:lnTo>
                  <a:pt x="12587238" y="0"/>
                </a:lnTo>
                <a:lnTo>
                  <a:pt x="12587238" y="4407972"/>
                </a:lnTo>
                <a:lnTo>
                  <a:pt x="0" y="4407972"/>
                </a:lnTo>
                <a:lnTo>
                  <a:pt x="0" y="0"/>
                </a:lnTo>
                <a:close/>
              </a:path>
            </a:pathLst>
          </a:custGeom>
          <a:blipFill rotWithShape="1">
            <a:blip r:embed="rId3">
              <a:alphaModFix/>
            </a:blip>
            <a:stretch>
              <a:fillRect b="-3718" l="-1429" r="-1439" t="-6439"/>
            </a:stretch>
          </a:blipFill>
          <a:ln>
            <a:noFill/>
          </a:ln>
        </p:spPr>
      </p:sp>
      <p:pic>
        <p:nvPicPr>
          <p:cNvPr id="481" name="Google Shape;481;p44"/>
          <p:cNvPicPr preferRelativeResize="0"/>
          <p:nvPr/>
        </p:nvPicPr>
        <p:blipFill rotWithShape="1">
          <a:blip r:embed="rId4">
            <a:alphaModFix/>
          </a:blip>
          <a:srcRect b="0" l="0" r="0" t="0"/>
          <a:stretch/>
        </p:blipFill>
        <p:spPr>
          <a:xfrm>
            <a:off x="3779800" y="358625"/>
            <a:ext cx="5313974" cy="2161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5"/>
          <p:cNvSpPr txBox="1"/>
          <p:nvPr>
            <p:ph type="title"/>
          </p:nvPr>
        </p:nvSpPr>
        <p:spPr>
          <a:xfrm>
            <a:off x="2420613" y="1299977"/>
            <a:ext cx="4262400" cy="9963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3500"/>
              <a:buNone/>
            </a:pPr>
            <a:r>
              <a:t/>
            </a:r>
            <a:endParaRPr/>
          </a:p>
        </p:txBody>
      </p:sp>
      <p:grpSp>
        <p:nvGrpSpPr>
          <p:cNvPr id="487" name="Google Shape;487;p45"/>
          <p:cNvGrpSpPr/>
          <p:nvPr/>
        </p:nvGrpSpPr>
        <p:grpSpPr>
          <a:xfrm>
            <a:off x="5960893" y="1195589"/>
            <a:ext cx="547211" cy="104394"/>
            <a:chOff x="238125" y="2176075"/>
            <a:chExt cx="7143750" cy="1362850"/>
          </a:xfrm>
        </p:grpSpPr>
        <p:sp>
          <p:nvSpPr>
            <p:cNvPr id="488" name="Google Shape;488;p45"/>
            <p:cNvSpPr/>
            <p:nvPr/>
          </p:nvSpPr>
          <p:spPr>
            <a:xfrm>
              <a:off x="1625925" y="3089625"/>
              <a:ext cx="4368150" cy="449300"/>
            </a:xfrm>
            <a:custGeom>
              <a:rect b="b" l="l" r="r" t="t"/>
              <a:pathLst>
                <a:path extrusionOk="0" h="17972" w="174726">
                  <a:moveTo>
                    <a:pt x="1" y="0"/>
                  </a:moveTo>
                  <a:lnTo>
                    <a:pt x="1" y="17972"/>
                  </a:lnTo>
                  <a:lnTo>
                    <a:pt x="174725" y="17972"/>
                  </a:lnTo>
                  <a:lnTo>
                    <a:pt x="174725"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89" name="Google Shape;489;p45"/>
            <p:cNvSpPr/>
            <p:nvPr/>
          </p:nvSpPr>
          <p:spPr>
            <a:xfrm>
              <a:off x="1161650" y="2635350"/>
              <a:ext cx="464300" cy="454300"/>
            </a:xfrm>
            <a:custGeom>
              <a:rect b="b" l="l" r="r" t="t"/>
              <a:pathLst>
                <a:path extrusionOk="0" h="18172" w="18572">
                  <a:moveTo>
                    <a:pt x="1" y="0"/>
                  </a:moveTo>
                  <a:lnTo>
                    <a:pt x="1" y="18171"/>
                  </a:lnTo>
                  <a:lnTo>
                    <a:pt x="18572" y="18171"/>
                  </a:lnTo>
                  <a:lnTo>
                    <a:pt x="185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0" name="Google Shape;490;p45"/>
            <p:cNvSpPr/>
            <p:nvPr/>
          </p:nvSpPr>
          <p:spPr>
            <a:xfrm>
              <a:off x="702375" y="2176075"/>
              <a:ext cx="459300" cy="459300"/>
            </a:xfrm>
            <a:custGeom>
              <a:rect b="b" l="l" r="r" t="t"/>
              <a:pathLst>
                <a:path extrusionOk="0" h="18372" w="18372">
                  <a:moveTo>
                    <a:pt x="1" y="0"/>
                  </a:moveTo>
                  <a:lnTo>
                    <a:pt x="1" y="18371"/>
                  </a:lnTo>
                  <a:lnTo>
                    <a:pt x="18372" y="18371"/>
                  </a:lnTo>
                  <a:lnTo>
                    <a:pt x="183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1" name="Google Shape;491;p45"/>
            <p:cNvSpPr/>
            <p:nvPr/>
          </p:nvSpPr>
          <p:spPr>
            <a:xfrm>
              <a:off x="238125" y="2635350"/>
              <a:ext cx="464275" cy="454300"/>
            </a:xfrm>
            <a:custGeom>
              <a:rect b="b" l="l" r="r" t="t"/>
              <a:pathLst>
                <a:path extrusionOk="0" h="18172" w="18571">
                  <a:moveTo>
                    <a:pt x="0" y="0"/>
                  </a:moveTo>
                  <a:lnTo>
                    <a:pt x="0" y="18171"/>
                  </a:lnTo>
                  <a:lnTo>
                    <a:pt x="18571" y="18171"/>
                  </a:lnTo>
                  <a:lnTo>
                    <a:pt x="185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2" name="Google Shape;492;p45"/>
            <p:cNvSpPr/>
            <p:nvPr/>
          </p:nvSpPr>
          <p:spPr>
            <a:xfrm>
              <a:off x="6922575" y="2635350"/>
              <a:ext cx="459300" cy="454300"/>
            </a:xfrm>
            <a:custGeom>
              <a:rect b="b" l="l" r="r" t="t"/>
              <a:pathLst>
                <a:path extrusionOk="0" h="18172" w="18372">
                  <a:moveTo>
                    <a:pt x="1" y="0"/>
                  </a:moveTo>
                  <a:lnTo>
                    <a:pt x="1" y="18171"/>
                  </a:lnTo>
                  <a:lnTo>
                    <a:pt x="18372" y="18171"/>
                  </a:lnTo>
                  <a:lnTo>
                    <a:pt x="18372"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3" name="Google Shape;493;p45"/>
            <p:cNvSpPr/>
            <p:nvPr/>
          </p:nvSpPr>
          <p:spPr>
            <a:xfrm>
              <a:off x="6458325" y="2176075"/>
              <a:ext cx="464275" cy="459300"/>
            </a:xfrm>
            <a:custGeom>
              <a:rect b="b" l="l" r="r" t="t"/>
              <a:pathLst>
                <a:path extrusionOk="0" h="18372" w="18571">
                  <a:moveTo>
                    <a:pt x="0" y="0"/>
                  </a:moveTo>
                  <a:lnTo>
                    <a:pt x="0" y="18371"/>
                  </a:lnTo>
                  <a:lnTo>
                    <a:pt x="18571" y="18371"/>
                  </a:lnTo>
                  <a:lnTo>
                    <a:pt x="185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494" name="Google Shape;494;p45"/>
            <p:cNvSpPr/>
            <p:nvPr/>
          </p:nvSpPr>
          <p:spPr>
            <a:xfrm>
              <a:off x="5994050" y="2635350"/>
              <a:ext cx="464300" cy="454300"/>
            </a:xfrm>
            <a:custGeom>
              <a:rect b="b" l="l" r="r" t="t"/>
              <a:pathLst>
                <a:path extrusionOk="0" h="18172" w="18572">
                  <a:moveTo>
                    <a:pt x="0" y="0"/>
                  </a:moveTo>
                  <a:lnTo>
                    <a:pt x="0" y="18171"/>
                  </a:lnTo>
                  <a:lnTo>
                    <a:pt x="18571" y="18171"/>
                  </a:lnTo>
                  <a:lnTo>
                    <a:pt x="1857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495" name="Google Shape;495;p45"/>
          <p:cNvSpPr txBox="1"/>
          <p:nvPr>
            <p:ph idx="3" type="body"/>
          </p:nvPr>
        </p:nvSpPr>
        <p:spPr>
          <a:xfrm>
            <a:off x="2230525" y="2436625"/>
            <a:ext cx="1878300" cy="20859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000"/>
              </a:spcAft>
              <a:buSzPts val="1500"/>
              <a:buNone/>
            </a:pPr>
            <a:r>
              <a:t/>
            </a:r>
            <a:endParaRPr/>
          </a:p>
        </p:txBody>
      </p:sp>
      <p:sp>
        <p:nvSpPr>
          <p:cNvPr id="496" name="Google Shape;496;p45"/>
          <p:cNvSpPr txBox="1"/>
          <p:nvPr>
            <p:ph idx="1" type="body"/>
          </p:nvPr>
        </p:nvSpPr>
        <p:spPr>
          <a:xfrm>
            <a:off x="4192376" y="2436625"/>
            <a:ext cx="1356300" cy="1548300"/>
          </a:xfrm>
          <a:prstGeom prst="rect">
            <a:avLst/>
          </a:prstGeom>
        </p:spPr>
        <p:txBody>
          <a:bodyPr anchorCtr="0" anchor="t" bIns="0" lIns="0" spcFirstLastPara="1" rIns="0" wrap="square" tIns="0">
            <a:noAutofit/>
          </a:bodyPr>
          <a:lstStyle/>
          <a:p>
            <a:pPr indent="0" lvl="0" marL="0" rtl="0" algn="l">
              <a:lnSpc>
                <a:spcPct val="100000"/>
              </a:lnSpc>
              <a:spcBef>
                <a:spcPts val="1000"/>
              </a:spcBef>
              <a:spcAft>
                <a:spcPts val="0"/>
              </a:spcAft>
              <a:buClr>
                <a:schemeClr val="dk1"/>
              </a:buClr>
              <a:buSzPts val="1100"/>
              <a:buFont typeface="Arial"/>
              <a:buNone/>
            </a:pPr>
            <a:r>
              <a:t/>
            </a:r>
            <a:endParaRPr/>
          </a:p>
          <a:p>
            <a:pPr indent="0" lvl="0" marL="0" rtl="0" algn="l">
              <a:spcBef>
                <a:spcPts val="1000"/>
              </a:spcBef>
              <a:spcAft>
                <a:spcPts val="1200"/>
              </a:spcAft>
              <a:buSzPts val="1000"/>
              <a:buNone/>
            </a:pPr>
            <a:r>
              <a:t/>
            </a:r>
            <a:endParaRPr/>
          </a:p>
        </p:txBody>
      </p:sp>
      <p:sp>
        <p:nvSpPr>
          <p:cNvPr id="497" name="Google Shape;497;p45"/>
          <p:cNvSpPr txBox="1"/>
          <p:nvPr>
            <p:ph idx="2" type="body"/>
          </p:nvPr>
        </p:nvSpPr>
        <p:spPr>
          <a:xfrm>
            <a:off x="5712456" y="2436625"/>
            <a:ext cx="1356300" cy="1548300"/>
          </a:xfrm>
          <a:prstGeom prst="rect">
            <a:avLst/>
          </a:prstGeom>
        </p:spPr>
        <p:txBody>
          <a:bodyPr anchorCtr="0" anchor="t" bIns="0" lIns="0" spcFirstLastPara="1" rIns="0" wrap="square" tIns="0">
            <a:noAutofit/>
          </a:bodyPr>
          <a:lstStyle/>
          <a:p>
            <a:pPr indent="0" lvl="0" marL="0" rtl="0" algn="l">
              <a:lnSpc>
                <a:spcPct val="100000"/>
              </a:lnSpc>
              <a:spcBef>
                <a:spcPts val="1000"/>
              </a:spcBef>
              <a:spcAft>
                <a:spcPts val="0"/>
              </a:spcAft>
              <a:buClr>
                <a:schemeClr val="dk1"/>
              </a:buClr>
              <a:buSzPts val="1100"/>
              <a:buNone/>
            </a:pPr>
            <a:r>
              <a:t/>
            </a:r>
            <a:endParaRPr/>
          </a:p>
          <a:p>
            <a:pPr indent="0" lvl="0" marL="0" rtl="0" algn="l">
              <a:spcBef>
                <a:spcPts val="1000"/>
              </a:spcBef>
              <a:spcAft>
                <a:spcPts val="1200"/>
              </a:spcAft>
              <a:buSzPts val="1000"/>
              <a:buNone/>
            </a:pPr>
            <a:r>
              <a:t/>
            </a:r>
            <a:endParaRPr/>
          </a:p>
        </p:txBody>
      </p:sp>
      <p:pic>
        <p:nvPicPr>
          <p:cNvPr id="498" name="Google Shape;498;p45"/>
          <p:cNvPicPr preferRelativeResize="0"/>
          <p:nvPr/>
        </p:nvPicPr>
        <p:blipFill rotWithShape="1">
          <a:blip r:embed="rId3">
            <a:alphaModFix/>
          </a:blip>
          <a:srcRect b="0" l="0" r="0" t="0"/>
          <a:stretch/>
        </p:blipFill>
        <p:spPr>
          <a:xfrm>
            <a:off x="0" y="385400"/>
            <a:ext cx="9144001" cy="41209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6"/>
          <p:cNvSpPr/>
          <p:nvPr/>
        </p:nvSpPr>
        <p:spPr>
          <a:xfrm>
            <a:off x="6183250" y="3341000"/>
            <a:ext cx="1245300" cy="1058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grpSp>
        <p:nvGrpSpPr>
          <p:cNvPr id="504" name="Google Shape;504;p46"/>
          <p:cNvGrpSpPr/>
          <p:nvPr/>
        </p:nvGrpSpPr>
        <p:grpSpPr>
          <a:xfrm>
            <a:off x="744050" y="1410850"/>
            <a:ext cx="4043000" cy="2081375"/>
            <a:chOff x="744050" y="1654675"/>
            <a:chExt cx="4043000" cy="2081375"/>
          </a:xfrm>
        </p:grpSpPr>
        <p:grpSp>
          <p:nvGrpSpPr>
            <p:cNvPr id="505" name="Google Shape;505;p46"/>
            <p:cNvGrpSpPr/>
            <p:nvPr/>
          </p:nvGrpSpPr>
          <p:grpSpPr>
            <a:xfrm>
              <a:off x="744050" y="1945050"/>
              <a:ext cx="4043000" cy="1791000"/>
              <a:chOff x="744050" y="1837975"/>
              <a:chExt cx="4043000" cy="1791000"/>
            </a:xfrm>
          </p:grpSpPr>
          <p:sp>
            <p:nvSpPr>
              <p:cNvPr id="506" name="Google Shape;506;p46"/>
              <p:cNvSpPr/>
              <p:nvPr/>
            </p:nvSpPr>
            <p:spPr>
              <a:xfrm>
                <a:off x="1226975" y="2436358"/>
                <a:ext cx="392400" cy="400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07" name="Google Shape;507;p46"/>
              <p:cNvSpPr/>
              <p:nvPr/>
            </p:nvSpPr>
            <p:spPr>
              <a:xfrm>
                <a:off x="744050" y="3236575"/>
                <a:ext cx="741900" cy="392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08" name="Google Shape;508;p46"/>
              <p:cNvSpPr/>
              <p:nvPr/>
            </p:nvSpPr>
            <p:spPr>
              <a:xfrm>
                <a:off x="1486000" y="2351575"/>
                <a:ext cx="765000" cy="885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09" name="Google Shape;509;p46"/>
              <p:cNvSpPr/>
              <p:nvPr/>
            </p:nvSpPr>
            <p:spPr>
              <a:xfrm>
                <a:off x="3617350" y="1837975"/>
                <a:ext cx="1169700" cy="10062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10" name="Google Shape;510;p46"/>
            <p:cNvSpPr/>
            <p:nvPr/>
          </p:nvSpPr>
          <p:spPr>
            <a:xfrm>
              <a:off x="1005100" y="1654675"/>
              <a:ext cx="3713100" cy="90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11" name="Google Shape;511;p46"/>
          <p:cNvSpPr txBox="1"/>
          <p:nvPr>
            <p:ph idx="5" type="title"/>
          </p:nvPr>
        </p:nvSpPr>
        <p:spPr>
          <a:xfrm>
            <a:off x="5333527" y="764389"/>
            <a:ext cx="3394200" cy="9123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3500"/>
              <a:buNone/>
            </a:pPr>
            <a:r>
              <a:rPr lang="en"/>
              <a:t>MAIN THING,</a:t>
            </a:r>
            <a:endParaRPr/>
          </a:p>
          <a:p>
            <a:pPr indent="0" lvl="0" marL="0" rtl="0" algn="l">
              <a:lnSpc>
                <a:spcPct val="80000"/>
              </a:lnSpc>
              <a:spcBef>
                <a:spcPts val="0"/>
              </a:spcBef>
              <a:spcAft>
                <a:spcPts val="0"/>
              </a:spcAft>
              <a:buSzPts val="3500"/>
              <a:buNone/>
            </a:pPr>
            <a:r>
              <a:rPr lang="en"/>
              <a:t>cookies</a:t>
            </a:r>
            <a:endParaRPr/>
          </a:p>
        </p:txBody>
      </p:sp>
      <p:sp>
        <p:nvSpPr>
          <p:cNvPr id="512" name="Google Shape;512;p46"/>
          <p:cNvSpPr txBox="1"/>
          <p:nvPr>
            <p:ph type="title"/>
          </p:nvPr>
        </p:nvSpPr>
        <p:spPr>
          <a:xfrm>
            <a:off x="1032350" y="737025"/>
            <a:ext cx="3651300" cy="1555500"/>
          </a:xfrm>
          <a:prstGeom prst="rect">
            <a:avLst/>
          </a:prstGeom>
        </p:spPr>
        <p:txBody>
          <a:bodyPr anchorCtr="0" anchor="t" bIns="0" lIns="0" spcFirstLastPara="1" rIns="0" wrap="square" tIns="0">
            <a:noAutofit/>
          </a:bodyPr>
          <a:lstStyle/>
          <a:p>
            <a:pPr indent="-136800" lvl="0" marL="136800" rtl="0" algn="l">
              <a:lnSpc>
                <a:spcPct val="100000"/>
              </a:lnSpc>
              <a:spcBef>
                <a:spcPts val="0"/>
              </a:spcBef>
              <a:spcAft>
                <a:spcPts val="0"/>
              </a:spcAft>
              <a:buSzPts val="1500"/>
              <a:buFont typeface="Space Grotesk"/>
              <a:buChar char="-"/>
            </a:pPr>
            <a:r>
              <a:rPr lang="en"/>
              <a:t>REACT.js</a:t>
            </a:r>
            <a:endParaRPr/>
          </a:p>
        </p:txBody>
      </p:sp>
      <p:sp>
        <p:nvSpPr>
          <p:cNvPr id="513" name="Google Shape;513;p46"/>
          <p:cNvSpPr txBox="1"/>
          <p:nvPr/>
        </p:nvSpPr>
        <p:spPr>
          <a:xfrm>
            <a:off x="3018475" y="1291350"/>
            <a:ext cx="3029100" cy="1280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500">
              <a:solidFill>
                <a:schemeClr val="dk1"/>
              </a:solidFill>
              <a:latin typeface="Space Grotesk Medium"/>
              <a:ea typeface="Space Grotesk Medium"/>
              <a:cs typeface="Space Grotesk Medium"/>
              <a:sym typeface="Space Grotesk Medium"/>
            </a:endParaRPr>
          </a:p>
        </p:txBody>
      </p:sp>
      <p:sp>
        <p:nvSpPr>
          <p:cNvPr id="514" name="Google Shape;514;p46"/>
          <p:cNvSpPr txBox="1"/>
          <p:nvPr/>
        </p:nvSpPr>
        <p:spPr>
          <a:xfrm>
            <a:off x="4804625" y="3004200"/>
            <a:ext cx="1170000" cy="38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dk1"/>
                </a:solidFill>
                <a:latin typeface="Space Grotesk Medium"/>
                <a:ea typeface="Space Grotesk Medium"/>
                <a:cs typeface="Space Grotesk Medium"/>
                <a:sym typeface="Space Grotesk Medium"/>
              </a:rPr>
              <a:t>Used For Session Management</a:t>
            </a:r>
            <a:endParaRPr sz="1000">
              <a:solidFill>
                <a:schemeClr val="dk1"/>
              </a:solidFill>
              <a:latin typeface="Space Grotesk Medium"/>
              <a:ea typeface="Space Grotesk Medium"/>
              <a:cs typeface="Space Grotesk Medium"/>
              <a:sym typeface="Space Grotesk Medium"/>
            </a:endParaRPr>
          </a:p>
        </p:txBody>
      </p:sp>
      <p:sp>
        <p:nvSpPr>
          <p:cNvPr id="515" name="Google Shape;515;p46"/>
          <p:cNvSpPr txBox="1"/>
          <p:nvPr/>
        </p:nvSpPr>
        <p:spPr>
          <a:xfrm>
            <a:off x="6197075" y="3132500"/>
            <a:ext cx="1667100" cy="208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sz="1000">
                <a:solidFill>
                  <a:schemeClr val="dk1"/>
                </a:solidFill>
                <a:latin typeface="Space Grotesk Medium"/>
                <a:ea typeface="Space Grotesk Medium"/>
                <a:cs typeface="Space Grotesk Medium"/>
                <a:sym typeface="Space Grotesk Medium"/>
              </a:rPr>
              <a:t>Session Tracking and storing of past user data,their visits to identify whether they are new user or returning user.</a:t>
            </a:r>
            <a:endParaRPr sz="1000">
              <a:solidFill>
                <a:schemeClr val="dk1"/>
              </a:solidFill>
              <a:latin typeface="Space Grotesk Medium"/>
              <a:ea typeface="Space Grotesk Medium"/>
              <a:cs typeface="Space Grotesk Medium"/>
              <a:sym typeface="Space Grotesk Medium"/>
            </a:endParaRPr>
          </a:p>
        </p:txBody>
      </p:sp>
      <p:sp>
        <p:nvSpPr>
          <p:cNvPr id="516" name="Google Shape;516;p46"/>
          <p:cNvSpPr/>
          <p:nvPr/>
        </p:nvSpPr>
        <p:spPr>
          <a:xfrm>
            <a:off x="913775" y="1007600"/>
            <a:ext cx="1303849" cy="1215091"/>
          </a:xfrm>
          <a:custGeom>
            <a:rect b="b" l="l" r="r" t="t"/>
            <a:pathLst>
              <a:path extrusionOk="0" h="3375254" w="3647131">
                <a:moveTo>
                  <a:pt x="0" y="0"/>
                </a:moveTo>
                <a:lnTo>
                  <a:pt x="3647131" y="0"/>
                </a:lnTo>
                <a:lnTo>
                  <a:pt x="3647131" y="3375254"/>
                </a:lnTo>
                <a:lnTo>
                  <a:pt x="0" y="3375254"/>
                </a:lnTo>
                <a:lnTo>
                  <a:pt x="0" y="0"/>
                </a:lnTo>
                <a:close/>
              </a:path>
            </a:pathLst>
          </a:custGeom>
          <a:blipFill rotWithShape="1">
            <a:blip r:embed="rId3">
              <a:alphaModFix/>
            </a:blip>
            <a:stretch>
              <a:fillRect b="0" l="0" r="0" t="0"/>
            </a:stretch>
          </a:blipFill>
          <a:ln>
            <a:noFill/>
          </a:ln>
        </p:spPr>
      </p:sp>
      <p:sp>
        <p:nvSpPr>
          <p:cNvPr id="517" name="Google Shape;517;p46"/>
          <p:cNvSpPr/>
          <p:nvPr/>
        </p:nvSpPr>
        <p:spPr>
          <a:xfrm>
            <a:off x="2807512" y="1291338"/>
            <a:ext cx="1795378" cy="807933"/>
          </a:xfrm>
          <a:custGeom>
            <a:rect b="b" l="l" r="r" t="t"/>
            <a:pathLst>
              <a:path extrusionOk="0" h="3107436" w="4300306">
                <a:moveTo>
                  <a:pt x="0" y="0"/>
                </a:moveTo>
                <a:lnTo>
                  <a:pt x="4300306" y="0"/>
                </a:lnTo>
                <a:lnTo>
                  <a:pt x="4300306" y="3107436"/>
                </a:lnTo>
                <a:lnTo>
                  <a:pt x="0" y="3107436"/>
                </a:lnTo>
                <a:lnTo>
                  <a:pt x="0" y="0"/>
                </a:lnTo>
                <a:close/>
              </a:path>
            </a:pathLst>
          </a:custGeom>
          <a:blipFill rotWithShape="1">
            <a:blip r:embed="rId4">
              <a:alphaModFix/>
            </a:blip>
            <a:stretch>
              <a:fillRect b="0" l="0" r="0" t="0"/>
            </a:stretch>
          </a:blipFill>
          <a:ln>
            <a:noFill/>
          </a:ln>
        </p:spPr>
      </p:sp>
      <p:sp>
        <p:nvSpPr>
          <p:cNvPr id="518" name="Google Shape;518;p46"/>
          <p:cNvSpPr txBox="1"/>
          <p:nvPr/>
        </p:nvSpPr>
        <p:spPr>
          <a:xfrm>
            <a:off x="3090550" y="1408175"/>
            <a:ext cx="1170000" cy="2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pace Grotesk"/>
                <a:ea typeface="Space Grotesk"/>
                <a:cs typeface="Space Grotesk"/>
                <a:sym typeface="Space Grotesk"/>
              </a:rPr>
              <a:t>intro.js</a:t>
            </a:r>
            <a:endParaRPr sz="1800">
              <a:solidFill>
                <a:schemeClr val="dk1"/>
              </a:solidFill>
              <a:latin typeface="Space Grotesk"/>
              <a:ea typeface="Space Grotesk"/>
              <a:cs typeface="Space Grotesk"/>
              <a:sym typeface="Space Grotesk"/>
            </a:endParaRPr>
          </a:p>
        </p:txBody>
      </p:sp>
      <p:sp>
        <p:nvSpPr>
          <p:cNvPr id="519" name="Google Shape;519;p46"/>
          <p:cNvSpPr txBox="1"/>
          <p:nvPr/>
        </p:nvSpPr>
        <p:spPr>
          <a:xfrm>
            <a:off x="2757025" y="659625"/>
            <a:ext cx="2475300" cy="42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pace Grotesk"/>
                <a:ea typeface="Space Grotesk"/>
                <a:cs typeface="Space Grotesk"/>
                <a:sym typeface="Space Grotesk"/>
              </a:rPr>
              <a:t>Framework for Tutorial</a:t>
            </a:r>
            <a:endParaRPr sz="1800">
              <a:solidFill>
                <a:schemeClr val="dk1"/>
              </a:solidFill>
              <a:latin typeface="Space Grotesk"/>
              <a:ea typeface="Space Grotesk"/>
              <a:cs typeface="Space Grotesk"/>
              <a:sym typeface="Space Grotesk"/>
            </a:endParaRPr>
          </a:p>
        </p:txBody>
      </p:sp>
      <p:sp>
        <p:nvSpPr>
          <p:cNvPr id="520" name="Google Shape;520;p46"/>
          <p:cNvSpPr/>
          <p:nvPr/>
        </p:nvSpPr>
        <p:spPr>
          <a:xfrm>
            <a:off x="5584474" y="1646330"/>
            <a:ext cx="1460820" cy="1388496"/>
          </a:xfrm>
          <a:custGeom>
            <a:rect b="b" l="l" r="r" t="t"/>
            <a:pathLst>
              <a:path extrusionOk="0" h="3653937" w="3895520">
                <a:moveTo>
                  <a:pt x="0" y="0"/>
                </a:moveTo>
                <a:lnTo>
                  <a:pt x="3895520" y="0"/>
                </a:lnTo>
                <a:lnTo>
                  <a:pt x="3895520" y="3653937"/>
                </a:lnTo>
                <a:lnTo>
                  <a:pt x="0" y="3653937"/>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47"/>
          <p:cNvSpPr/>
          <p:nvPr/>
        </p:nvSpPr>
        <p:spPr>
          <a:xfrm>
            <a:off x="956100" y="2038475"/>
            <a:ext cx="363900" cy="3645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26" name="Google Shape;526;p47"/>
          <p:cNvSpPr/>
          <p:nvPr/>
        </p:nvSpPr>
        <p:spPr>
          <a:xfrm>
            <a:off x="1311675" y="2038475"/>
            <a:ext cx="363900" cy="818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27" name="Google Shape;527;p47"/>
          <p:cNvSpPr/>
          <p:nvPr/>
        </p:nvSpPr>
        <p:spPr>
          <a:xfrm>
            <a:off x="3829350" y="1921800"/>
            <a:ext cx="1053000" cy="785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28" name="Google Shape;528;p47"/>
          <p:cNvSpPr txBox="1"/>
          <p:nvPr>
            <p:ph idx="6" type="title"/>
          </p:nvPr>
        </p:nvSpPr>
        <p:spPr>
          <a:xfrm>
            <a:off x="742950" y="3259700"/>
            <a:ext cx="1324800" cy="451800"/>
          </a:xfrm>
          <a:prstGeom prst="rect">
            <a:avLst/>
          </a:prstGeom>
        </p:spPr>
        <p:txBody>
          <a:bodyPr anchorCtr="0" anchor="t" bIns="0" lIns="0" spcFirstLastPara="1" rIns="0" wrap="square" tIns="0">
            <a:normAutofit fontScale="90000"/>
          </a:bodyPr>
          <a:lstStyle/>
          <a:p>
            <a:pPr indent="0" lvl="0" marL="0" rtl="0" algn="l">
              <a:lnSpc>
                <a:spcPct val="115000"/>
              </a:lnSpc>
              <a:spcBef>
                <a:spcPts val="0"/>
              </a:spcBef>
              <a:spcAft>
                <a:spcPts val="0"/>
              </a:spcAft>
              <a:buClr>
                <a:schemeClr val="dk1"/>
              </a:buClr>
              <a:buSzPct val="97058"/>
              <a:buFont typeface="Arial"/>
              <a:buNone/>
            </a:pPr>
            <a:r>
              <a:rPr lang="en" sz="1020"/>
              <a:t>Lets move to backend</a:t>
            </a:r>
            <a:endParaRPr sz="1020"/>
          </a:p>
          <a:p>
            <a:pPr indent="0" lvl="0" marL="0" rtl="0" algn="l">
              <a:spcBef>
                <a:spcPts val="0"/>
              </a:spcBef>
              <a:spcAft>
                <a:spcPts val="0"/>
              </a:spcAft>
              <a:buSzPct val="98039"/>
              <a:buNone/>
            </a:pPr>
            <a:r>
              <a:t/>
            </a:r>
            <a:endParaRPr sz="1020"/>
          </a:p>
        </p:txBody>
      </p:sp>
      <p:sp>
        <p:nvSpPr>
          <p:cNvPr id="529" name="Google Shape;529;p47"/>
          <p:cNvSpPr txBox="1"/>
          <p:nvPr>
            <p:ph idx="4" type="title"/>
          </p:nvPr>
        </p:nvSpPr>
        <p:spPr>
          <a:xfrm>
            <a:off x="883025" y="797467"/>
            <a:ext cx="3921600" cy="9123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3500"/>
              <a:buNone/>
            </a:pPr>
            <a:r>
              <a:rPr lang="en"/>
              <a:t>Frontend Results-</a:t>
            </a:r>
            <a:endParaRPr/>
          </a:p>
          <a:p>
            <a:pPr indent="0" lvl="0" marL="0" rtl="0" algn="l">
              <a:lnSpc>
                <a:spcPct val="80000"/>
              </a:lnSpc>
              <a:spcBef>
                <a:spcPts val="0"/>
              </a:spcBef>
              <a:spcAft>
                <a:spcPts val="0"/>
              </a:spcAft>
              <a:buSzPts val="3500"/>
              <a:buNone/>
            </a:pPr>
            <a:r>
              <a:t/>
            </a:r>
            <a:endParaRPr/>
          </a:p>
        </p:txBody>
      </p:sp>
      <p:sp>
        <p:nvSpPr>
          <p:cNvPr id="530" name="Google Shape;530;p47"/>
          <p:cNvSpPr txBox="1"/>
          <p:nvPr>
            <p:ph idx="5" type="title"/>
          </p:nvPr>
        </p:nvSpPr>
        <p:spPr>
          <a:xfrm>
            <a:off x="883025" y="1805225"/>
            <a:ext cx="3093300" cy="266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SzPts val="1500"/>
              <a:buNone/>
            </a:pPr>
            <a:r>
              <a:rPr lang="en"/>
              <a:t>tadaaaa!!!</a:t>
            </a:r>
            <a:endParaRPr/>
          </a:p>
        </p:txBody>
      </p:sp>
      <p:sp>
        <p:nvSpPr>
          <p:cNvPr id="531" name="Google Shape;531;p47"/>
          <p:cNvSpPr txBox="1"/>
          <p:nvPr>
            <p:ph type="title"/>
          </p:nvPr>
        </p:nvSpPr>
        <p:spPr>
          <a:xfrm>
            <a:off x="4684000" y="623600"/>
            <a:ext cx="3423900" cy="2378100"/>
          </a:xfrm>
          <a:prstGeom prst="rect">
            <a:avLst/>
          </a:prstGeom>
        </p:spPr>
        <p:txBody>
          <a:bodyPr anchorCtr="0" anchor="t" bIns="0" lIns="0" spcFirstLastPara="1" rIns="0" wrap="square" tIns="0">
            <a:noAutofit/>
          </a:bodyPr>
          <a:lstStyle/>
          <a:p>
            <a:pPr indent="-300414" lvl="1" marL="1057901" rtl="0" algn="just">
              <a:lnSpc>
                <a:spcPct val="250030"/>
              </a:lnSpc>
              <a:spcBef>
                <a:spcPts val="0"/>
              </a:spcBef>
              <a:spcAft>
                <a:spcPts val="0"/>
              </a:spcAft>
              <a:buSzPts val="1300"/>
              <a:buFont typeface="Arial"/>
              <a:buChar char="•"/>
            </a:pPr>
            <a:r>
              <a:rPr lang="en" sz="1300">
                <a:latin typeface="Josefin Sans"/>
                <a:ea typeface="Josefin Sans"/>
                <a:cs typeface="Josefin Sans"/>
                <a:sym typeface="Josefin Sans"/>
              </a:rPr>
              <a:t>Improved User Onboarding</a:t>
            </a:r>
            <a:endParaRPr sz="1300">
              <a:latin typeface="Arial"/>
              <a:ea typeface="Arial"/>
              <a:cs typeface="Arial"/>
              <a:sym typeface="Arial"/>
            </a:endParaRPr>
          </a:p>
          <a:p>
            <a:pPr indent="-300414" lvl="1" marL="1057901" rtl="0" algn="l">
              <a:lnSpc>
                <a:spcPct val="250030"/>
              </a:lnSpc>
              <a:spcBef>
                <a:spcPts val="0"/>
              </a:spcBef>
              <a:spcAft>
                <a:spcPts val="0"/>
              </a:spcAft>
              <a:buSzPts val="1300"/>
              <a:buFont typeface="Arial"/>
              <a:buChar char="•"/>
            </a:pPr>
            <a:r>
              <a:rPr lang="en" sz="1300">
                <a:latin typeface="Josefin Sans"/>
                <a:ea typeface="Josefin Sans"/>
                <a:cs typeface="Josefin Sans"/>
                <a:sym typeface="Josefin Sans"/>
              </a:rPr>
              <a:t>Scalable and Maintainable Solution</a:t>
            </a:r>
            <a:endParaRPr sz="1300">
              <a:latin typeface="Arial"/>
              <a:ea typeface="Arial"/>
              <a:cs typeface="Arial"/>
              <a:sym typeface="Arial"/>
            </a:endParaRPr>
          </a:p>
          <a:p>
            <a:pPr indent="-300414" lvl="1" marL="1057901" rtl="0" algn="l">
              <a:lnSpc>
                <a:spcPct val="250030"/>
              </a:lnSpc>
              <a:spcBef>
                <a:spcPts val="0"/>
              </a:spcBef>
              <a:spcAft>
                <a:spcPts val="0"/>
              </a:spcAft>
              <a:buSzPts val="1300"/>
              <a:buFont typeface="Arial"/>
              <a:buChar char="•"/>
            </a:pPr>
            <a:r>
              <a:rPr lang="en" sz="1300">
                <a:latin typeface="Josefin Sans"/>
                <a:ea typeface="Josefin Sans"/>
                <a:cs typeface="Josefin Sans"/>
                <a:sym typeface="Josefin Sans"/>
              </a:rPr>
              <a:t>Positive User Feedback</a:t>
            </a:r>
            <a:endParaRPr sz="1300"/>
          </a:p>
          <a:p>
            <a:pPr indent="0" lvl="0" marL="0" rtl="0" algn="l">
              <a:lnSpc>
                <a:spcPct val="115000"/>
              </a:lnSpc>
              <a:spcBef>
                <a:spcPts val="0"/>
              </a:spcBef>
              <a:spcAft>
                <a:spcPts val="0"/>
              </a:spcAft>
              <a:buSzPts val="1500"/>
              <a:buNone/>
            </a:pPr>
            <a:r>
              <a:t/>
            </a:r>
            <a:endParaRPr sz="13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pSp>
        <p:nvGrpSpPr>
          <p:cNvPr id="536" name="Google Shape;536;p48"/>
          <p:cNvGrpSpPr/>
          <p:nvPr/>
        </p:nvGrpSpPr>
        <p:grpSpPr>
          <a:xfrm>
            <a:off x="243225" y="2826700"/>
            <a:ext cx="8648233" cy="2064200"/>
            <a:chOff x="243225" y="2826700"/>
            <a:chExt cx="8648233" cy="2064200"/>
          </a:xfrm>
        </p:grpSpPr>
        <p:sp>
          <p:nvSpPr>
            <p:cNvPr id="537" name="Google Shape;537;p48"/>
            <p:cNvSpPr/>
            <p:nvPr/>
          </p:nvSpPr>
          <p:spPr>
            <a:xfrm>
              <a:off x="243225" y="2990100"/>
              <a:ext cx="2772300" cy="190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38" name="Google Shape;538;p48"/>
            <p:cNvSpPr/>
            <p:nvPr/>
          </p:nvSpPr>
          <p:spPr>
            <a:xfrm>
              <a:off x="3181192" y="2990100"/>
              <a:ext cx="2772300" cy="190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39" name="Google Shape;539;p48"/>
            <p:cNvSpPr/>
            <p:nvPr/>
          </p:nvSpPr>
          <p:spPr>
            <a:xfrm>
              <a:off x="6119158" y="2990100"/>
              <a:ext cx="2772300" cy="1900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40" name="Google Shape;540;p48"/>
            <p:cNvSpPr/>
            <p:nvPr/>
          </p:nvSpPr>
          <p:spPr>
            <a:xfrm>
              <a:off x="1933350" y="2826700"/>
              <a:ext cx="1082100" cy="24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41" name="Google Shape;541;p48"/>
            <p:cNvSpPr/>
            <p:nvPr/>
          </p:nvSpPr>
          <p:spPr>
            <a:xfrm>
              <a:off x="4871400" y="2826700"/>
              <a:ext cx="1082100" cy="24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42" name="Google Shape;542;p48"/>
            <p:cNvSpPr/>
            <p:nvPr/>
          </p:nvSpPr>
          <p:spPr>
            <a:xfrm>
              <a:off x="7804025" y="2826700"/>
              <a:ext cx="1082100" cy="242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43" name="Google Shape;543;p48"/>
          <p:cNvSpPr txBox="1"/>
          <p:nvPr>
            <p:ph idx="5" type="body"/>
          </p:nvPr>
        </p:nvSpPr>
        <p:spPr>
          <a:xfrm>
            <a:off x="364813" y="3126450"/>
            <a:ext cx="2471700" cy="1628100"/>
          </a:xfrm>
          <a:prstGeom prst="rect">
            <a:avLst/>
          </a:prstGeom>
        </p:spPr>
        <p:txBody>
          <a:bodyPr anchorCtr="0" anchor="t" bIns="0" lIns="0" spcFirstLastPara="1" rIns="0" wrap="square" tIns="0">
            <a:noAutofit/>
          </a:bodyPr>
          <a:lstStyle/>
          <a:p>
            <a:pPr indent="0" lvl="0" marL="0" rtl="0" algn="l">
              <a:spcBef>
                <a:spcPts val="0"/>
              </a:spcBef>
              <a:spcAft>
                <a:spcPts val="0"/>
              </a:spcAft>
              <a:buSzPts val="1000"/>
              <a:buNone/>
            </a:pPr>
            <a:r>
              <a:rPr lang="en"/>
              <a:t>Backend</a:t>
            </a:r>
            <a:r>
              <a:rPr lang="en"/>
              <a:t> Field Pre selection-</a:t>
            </a:r>
            <a:endParaRPr/>
          </a:p>
          <a:p>
            <a:pPr indent="-285750" lvl="0" marL="342900" rtl="0" algn="l">
              <a:lnSpc>
                <a:spcPct val="120000"/>
              </a:lnSpc>
              <a:spcBef>
                <a:spcPts val="800"/>
              </a:spcBef>
              <a:spcAft>
                <a:spcPts val="0"/>
              </a:spcAft>
              <a:buSzPts val="1100"/>
              <a:buFont typeface="Space Grotesk"/>
              <a:buChar char="•"/>
            </a:pPr>
            <a:r>
              <a:rPr lang="en" sz="1100"/>
              <a:t>Pre-Selecting the fields that are most relevant / most important when extracting the fields.</a:t>
            </a:r>
            <a:endParaRPr sz="100"/>
          </a:p>
        </p:txBody>
      </p:sp>
      <p:sp>
        <p:nvSpPr>
          <p:cNvPr id="544" name="Google Shape;544;p48"/>
          <p:cNvSpPr txBox="1"/>
          <p:nvPr>
            <p:ph idx="1" type="subTitle"/>
          </p:nvPr>
        </p:nvSpPr>
        <p:spPr>
          <a:xfrm>
            <a:off x="364813" y="2715814"/>
            <a:ext cx="1527900" cy="242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a:t>#1</a:t>
            </a:r>
            <a:endParaRPr/>
          </a:p>
        </p:txBody>
      </p:sp>
      <p:sp>
        <p:nvSpPr>
          <p:cNvPr id="545" name="Google Shape;545;p48"/>
          <p:cNvSpPr txBox="1"/>
          <p:nvPr>
            <p:ph idx="6" type="body"/>
          </p:nvPr>
        </p:nvSpPr>
        <p:spPr>
          <a:xfrm>
            <a:off x="3320475" y="3126450"/>
            <a:ext cx="2471700" cy="1628100"/>
          </a:xfrm>
          <a:prstGeom prst="rect">
            <a:avLst/>
          </a:prstGeom>
        </p:spPr>
        <p:txBody>
          <a:bodyPr anchorCtr="0" anchor="t" bIns="0" lIns="0" spcFirstLastPara="1" rIns="0" wrap="square" tIns="0">
            <a:noAutofit/>
          </a:bodyPr>
          <a:lstStyle/>
          <a:p>
            <a:pPr indent="0" lvl="0" marL="0" rtl="0" algn="l">
              <a:lnSpc>
                <a:spcPct val="90000"/>
              </a:lnSpc>
              <a:spcBef>
                <a:spcPts val="0"/>
              </a:spcBef>
              <a:spcAft>
                <a:spcPts val="0"/>
              </a:spcAft>
              <a:buClr>
                <a:schemeClr val="dk1"/>
              </a:buClr>
              <a:buSzPts val="4200"/>
              <a:buFont typeface="Arial"/>
              <a:buNone/>
            </a:pPr>
            <a:r>
              <a:rPr lang="en" sz="1500"/>
              <a:t>Proposing Field Names</a:t>
            </a:r>
            <a:br>
              <a:rPr lang="en" sz="1500"/>
            </a:br>
            <a:r>
              <a:rPr lang="en" sz="1100"/>
              <a:t>Using LLMs</a:t>
            </a:r>
            <a:endParaRPr sz="800"/>
          </a:p>
        </p:txBody>
      </p:sp>
      <p:sp>
        <p:nvSpPr>
          <p:cNvPr id="546" name="Google Shape;546;p48"/>
          <p:cNvSpPr txBox="1"/>
          <p:nvPr>
            <p:ph idx="2" type="subTitle"/>
          </p:nvPr>
        </p:nvSpPr>
        <p:spPr>
          <a:xfrm>
            <a:off x="3320475" y="2715814"/>
            <a:ext cx="1527900" cy="242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a:t>#2</a:t>
            </a:r>
            <a:endParaRPr/>
          </a:p>
        </p:txBody>
      </p:sp>
      <p:sp>
        <p:nvSpPr>
          <p:cNvPr id="547" name="Google Shape;547;p48"/>
          <p:cNvSpPr txBox="1"/>
          <p:nvPr>
            <p:ph idx="7" type="body"/>
          </p:nvPr>
        </p:nvSpPr>
        <p:spPr>
          <a:xfrm>
            <a:off x="6276125" y="2958525"/>
            <a:ext cx="2443500" cy="17961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800"/>
              </a:spcAft>
              <a:buSzPts val="1000"/>
              <a:buNone/>
            </a:pPr>
            <a:r>
              <a:rPr lang="en"/>
              <a:t>Connecting both these to produce an meaningful field names selected automatically.</a:t>
            </a:r>
            <a:endParaRPr/>
          </a:p>
        </p:txBody>
      </p:sp>
      <p:sp>
        <p:nvSpPr>
          <p:cNvPr id="548" name="Google Shape;548;p48"/>
          <p:cNvSpPr txBox="1"/>
          <p:nvPr>
            <p:ph idx="3" type="subTitle"/>
          </p:nvPr>
        </p:nvSpPr>
        <p:spPr>
          <a:xfrm>
            <a:off x="6273125" y="2715820"/>
            <a:ext cx="1548300" cy="2427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a:t>#3</a:t>
            </a:r>
            <a:endParaRPr/>
          </a:p>
        </p:txBody>
      </p:sp>
      <p:sp>
        <p:nvSpPr>
          <p:cNvPr id="549" name="Google Shape;549;p48"/>
          <p:cNvSpPr txBox="1"/>
          <p:nvPr>
            <p:ph idx="4" type="title"/>
          </p:nvPr>
        </p:nvSpPr>
        <p:spPr>
          <a:xfrm>
            <a:off x="252600" y="522925"/>
            <a:ext cx="5295000" cy="8367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2800"/>
              <a:buNone/>
            </a:pPr>
            <a:r>
              <a:rPr lang="en"/>
              <a:t>BACKEND</a:t>
            </a:r>
            <a:endParaRPr/>
          </a:p>
        </p:txBody>
      </p:sp>
      <p:sp>
        <p:nvSpPr>
          <p:cNvPr id="550" name="Google Shape;550;p48"/>
          <p:cNvSpPr txBox="1"/>
          <p:nvPr>
            <p:ph type="title"/>
          </p:nvPr>
        </p:nvSpPr>
        <p:spPr>
          <a:xfrm>
            <a:off x="245425" y="1096875"/>
            <a:ext cx="3609000" cy="615000"/>
          </a:xfrm>
          <a:prstGeom prst="rect">
            <a:avLst/>
          </a:prstGeom>
        </p:spPr>
        <p:txBody>
          <a:bodyPr anchorCtr="0" anchor="t" bIns="0" lIns="0" spcFirstLastPara="1" rIns="0" wrap="square" tIns="0">
            <a:noAutofit/>
          </a:bodyPr>
          <a:lstStyle/>
          <a:p>
            <a:pPr indent="0" lvl="0" marL="0" rtl="0" algn="l">
              <a:lnSpc>
                <a:spcPct val="123779"/>
              </a:lnSpc>
              <a:spcBef>
                <a:spcPts val="0"/>
              </a:spcBef>
              <a:spcAft>
                <a:spcPts val="0"/>
              </a:spcAft>
              <a:buClr>
                <a:schemeClr val="dk1"/>
              </a:buClr>
              <a:buFont typeface="Arial"/>
              <a:buNone/>
            </a:pPr>
            <a:r>
              <a:rPr lang="en" sz="1400">
                <a:latin typeface="League Spartan"/>
                <a:ea typeface="League Spartan"/>
                <a:cs typeface="League Spartan"/>
                <a:sym typeface="League Spartan"/>
              </a:rPr>
              <a:t>Proposing Better Field Names &amp; Preselection</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grpSp>
        <p:nvGrpSpPr>
          <p:cNvPr id="555" name="Google Shape;555;p49"/>
          <p:cNvGrpSpPr/>
          <p:nvPr/>
        </p:nvGrpSpPr>
        <p:grpSpPr>
          <a:xfrm>
            <a:off x="0" y="1917000"/>
            <a:ext cx="2846403" cy="3226550"/>
            <a:chOff x="0" y="1917000"/>
            <a:chExt cx="2846403" cy="3226550"/>
          </a:xfrm>
        </p:grpSpPr>
        <p:sp>
          <p:nvSpPr>
            <p:cNvPr id="556" name="Google Shape;556;p49"/>
            <p:cNvSpPr/>
            <p:nvPr/>
          </p:nvSpPr>
          <p:spPr>
            <a:xfrm>
              <a:off x="0" y="1917000"/>
              <a:ext cx="2263200" cy="197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57" name="Google Shape;557;p49"/>
            <p:cNvSpPr/>
            <p:nvPr/>
          </p:nvSpPr>
          <p:spPr>
            <a:xfrm>
              <a:off x="583203" y="2195270"/>
              <a:ext cx="2263200" cy="197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58" name="Google Shape;558;p49"/>
            <p:cNvSpPr/>
            <p:nvPr/>
          </p:nvSpPr>
          <p:spPr>
            <a:xfrm>
              <a:off x="406231" y="2863118"/>
              <a:ext cx="2263200" cy="1977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59" name="Google Shape;559;p49"/>
            <p:cNvSpPr/>
            <p:nvPr/>
          </p:nvSpPr>
          <p:spPr>
            <a:xfrm>
              <a:off x="0" y="3709850"/>
              <a:ext cx="2263200" cy="14337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0" name="Google Shape;560;p49"/>
            <p:cNvSpPr/>
            <p:nvPr/>
          </p:nvSpPr>
          <p:spPr>
            <a:xfrm>
              <a:off x="406225" y="3904091"/>
              <a:ext cx="2263200" cy="1239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grpSp>
        <p:nvGrpSpPr>
          <p:cNvPr id="561" name="Google Shape;561;p49"/>
          <p:cNvGrpSpPr/>
          <p:nvPr/>
        </p:nvGrpSpPr>
        <p:grpSpPr>
          <a:xfrm>
            <a:off x="3039975" y="1917000"/>
            <a:ext cx="6103900" cy="3226630"/>
            <a:chOff x="3039975" y="1917000"/>
            <a:chExt cx="6103900" cy="3226630"/>
          </a:xfrm>
        </p:grpSpPr>
        <p:sp>
          <p:nvSpPr>
            <p:cNvPr id="562" name="Google Shape;562;p49"/>
            <p:cNvSpPr/>
            <p:nvPr/>
          </p:nvSpPr>
          <p:spPr>
            <a:xfrm>
              <a:off x="3039975" y="1917000"/>
              <a:ext cx="6103800" cy="161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3" name="Google Shape;563;p49"/>
            <p:cNvSpPr/>
            <p:nvPr/>
          </p:nvSpPr>
          <p:spPr>
            <a:xfrm>
              <a:off x="3039975" y="3949323"/>
              <a:ext cx="1851000" cy="1194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4" name="Google Shape;564;p49"/>
            <p:cNvSpPr/>
            <p:nvPr/>
          </p:nvSpPr>
          <p:spPr>
            <a:xfrm>
              <a:off x="5802775" y="1917000"/>
              <a:ext cx="3341100" cy="2860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5" name="Google Shape;565;p49"/>
            <p:cNvSpPr/>
            <p:nvPr/>
          </p:nvSpPr>
          <p:spPr>
            <a:xfrm>
              <a:off x="5730500" y="2475475"/>
              <a:ext cx="2187000" cy="16614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6" name="Google Shape;566;p49"/>
            <p:cNvSpPr/>
            <p:nvPr/>
          </p:nvSpPr>
          <p:spPr>
            <a:xfrm>
              <a:off x="5730500" y="3793330"/>
              <a:ext cx="2219100" cy="135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7" name="Google Shape;567;p49"/>
            <p:cNvSpPr/>
            <p:nvPr/>
          </p:nvSpPr>
          <p:spPr>
            <a:xfrm>
              <a:off x="6966550" y="3523794"/>
              <a:ext cx="1853700" cy="1619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8" name="Google Shape;568;p49"/>
            <p:cNvSpPr/>
            <p:nvPr/>
          </p:nvSpPr>
          <p:spPr>
            <a:xfrm>
              <a:off x="4236950" y="3217426"/>
              <a:ext cx="1851000" cy="12690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69" name="Google Shape;569;p49"/>
            <p:cNvSpPr/>
            <p:nvPr/>
          </p:nvSpPr>
          <p:spPr>
            <a:xfrm>
              <a:off x="3039975" y="2928954"/>
              <a:ext cx="1851000" cy="1617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sp>
          <p:nvSpPr>
            <p:cNvPr id="570" name="Google Shape;570;p49"/>
            <p:cNvSpPr/>
            <p:nvPr/>
          </p:nvSpPr>
          <p:spPr>
            <a:xfrm>
              <a:off x="4236950" y="3899475"/>
              <a:ext cx="1851000" cy="12441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Medium"/>
                <a:ea typeface="Space Grotesk Medium"/>
                <a:cs typeface="Space Grotesk Medium"/>
                <a:sym typeface="Space Grotesk Medium"/>
              </a:endParaRPr>
            </a:p>
          </p:txBody>
        </p:sp>
      </p:grpSp>
      <p:sp>
        <p:nvSpPr>
          <p:cNvPr id="571" name="Google Shape;571;p49"/>
          <p:cNvSpPr txBox="1"/>
          <p:nvPr>
            <p:ph idx="2" type="subTitle"/>
          </p:nvPr>
        </p:nvSpPr>
        <p:spPr>
          <a:xfrm>
            <a:off x="3311200" y="1593874"/>
            <a:ext cx="2057700" cy="2346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a:t>Pain points</a:t>
            </a:r>
            <a:endParaRPr/>
          </a:p>
        </p:txBody>
      </p:sp>
      <p:sp>
        <p:nvSpPr>
          <p:cNvPr id="572" name="Google Shape;572;p49"/>
          <p:cNvSpPr txBox="1"/>
          <p:nvPr>
            <p:ph idx="3" type="subTitle"/>
          </p:nvPr>
        </p:nvSpPr>
        <p:spPr>
          <a:xfrm>
            <a:off x="6294303" y="1593874"/>
            <a:ext cx="2034600" cy="234600"/>
          </a:xfrm>
          <a:prstGeom prst="rect">
            <a:avLst/>
          </a:prstGeom>
        </p:spPr>
        <p:txBody>
          <a:bodyPr anchorCtr="0" anchor="b" bIns="0" lIns="0" spcFirstLastPara="1" rIns="0" wrap="square" tIns="0">
            <a:noAutofit/>
          </a:bodyPr>
          <a:lstStyle/>
          <a:p>
            <a:pPr indent="0" lvl="0" marL="0" rtl="0" algn="l">
              <a:lnSpc>
                <a:spcPct val="80000"/>
              </a:lnSpc>
              <a:spcBef>
                <a:spcPts val="0"/>
              </a:spcBef>
              <a:spcAft>
                <a:spcPts val="0"/>
              </a:spcAft>
              <a:buSzPts val="1500"/>
              <a:buNone/>
            </a:pPr>
            <a:r>
              <a:rPr lang="en"/>
              <a:t>Solutions</a:t>
            </a:r>
            <a:endParaRPr/>
          </a:p>
        </p:txBody>
      </p:sp>
      <p:sp>
        <p:nvSpPr>
          <p:cNvPr id="573" name="Google Shape;573;p49"/>
          <p:cNvSpPr txBox="1"/>
          <p:nvPr>
            <p:ph idx="6" type="body"/>
          </p:nvPr>
        </p:nvSpPr>
        <p:spPr>
          <a:xfrm>
            <a:off x="252600" y="2370325"/>
            <a:ext cx="2187000" cy="646200"/>
          </a:xfrm>
          <a:prstGeom prst="rect">
            <a:avLst/>
          </a:prstGeom>
        </p:spPr>
        <p:txBody>
          <a:bodyPr anchorCtr="0" anchor="t" bIns="9000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THE PROBLEM </a:t>
            </a:r>
            <a:endParaRPr/>
          </a:p>
        </p:txBody>
      </p:sp>
      <p:sp>
        <p:nvSpPr>
          <p:cNvPr id="574" name="Google Shape;574;p49"/>
          <p:cNvSpPr txBox="1"/>
          <p:nvPr>
            <p:ph idx="5" type="body"/>
          </p:nvPr>
        </p:nvSpPr>
        <p:spPr>
          <a:xfrm>
            <a:off x="3224231" y="2370325"/>
            <a:ext cx="2416800" cy="25206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SzPts val="1000"/>
              <a:buNone/>
            </a:pPr>
            <a:r>
              <a:rPr lang="en">
                <a:latin typeface="Space Grotesk"/>
                <a:ea typeface="Space Grotesk"/>
                <a:cs typeface="Space Grotesk"/>
                <a:sym typeface="Space Grotesk"/>
              </a:rPr>
              <a:t>Connecting both APIs.</a:t>
            </a:r>
            <a:endParaRPr>
              <a:latin typeface="Space Grotesk"/>
              <a:ea typeface="Space Grotesk"/>
              <a:cs typeface="Space Grotesk"/>
              <a:sym typeface="Space Grotesk"/>
            </a:endParaRPr>
          </a:p>
          <a:p>
            <a:pPr indent="0" lvl="0" marL="0" rtl="0" algn="l">
              <a:lnSpc>
                <a:spcPct val="100000"/>
              </a:lnSpc>
              <a:spcBef>
                <a:spcPts val="0"/>
              </a:spcBef>
              <a:spcAft>
                <a:spcPts val="0"/>
              </a:spcAft>
              <a:buSzPts val="1000"/>
              <a:buNone/>
            </a:pPr>
            <a:r>
              <a:t/>
            </a:r>
            <a:endParaRPr>
              <a:latin typeface="Space Grotesk"/>
              <a:ea typeface="Space Grotesk"/>
              <a:cs typeface="Space Grotesk"/>
              <a:sym typeface="Space Grotesk"/>
            </a:endParaRPr>
          </a:p>
          <a:p>
            <a:pPr indent="0" lvl="0" marL="0" rtl="0" algn="l">
              <a:lnSpc>
                <a:spcPct val="100000"/>
              </a:lnSpc>
              <a:spcBef>
                <a:spcPts val="0"/>
              </a:spcBef>
              <a:spcAft>
                <a:spcPts val="0"/>
              </a:spcAft>
              <a:buSzPts val="1000"/>
              <a:buNone/>
            </a:pPr>
            <a:r>
              <a:rPr lang="en">
                <a:latin typeface="Space Grotesk"/>
                <a:ea typeface="Space Grotesk"/>
                <a:cs typeface="Space Grotesk"/>
                <a:sym typeface="Space Grotesk"/>
              </a:rPr>
              <a:t>Selection of Irrelevant fields.</a:t>
            </a:r>
            <a:endParaRPr>
              <a:latin typeface="Space Grotesk"/>
              <a:ea typeface="Space Grotesk"/>
              <a:cs typeface="Space Grotesk"/>
              <a:sym typeface="Space Grotesk"/>
            </a:endParaRPr>
          </a:p>
          <a:p>
            <a:pPr indent="0" lvl="0" marL="0" rtl="0" algn="l">
              <a:lnSpc>
                <a:spcPct val="100000"/>
              </a:lnSpc>
              <a:spcBef>
                <a:spcPts val="0"/>
              </a:spcBef>
              <a:spcAft>
                <a:spcPts val="0"/>
              </a:spcAft>
              <a:buSzPts val="1000"/>
              <a:buNone/>
            </a:pPr>
            <a:r>
              <a:t/>
            </a:r>
            <a:endParaRPr>
              <a:latin typeface="Space Grotesk"/>
              <a:ea typeface="Space Grotesk"/>
              <a:cs typeface="Space Grotesk"/>
              <a:sym typeface="Space Grotesk"/>
            </a:endParaRPr>
          </a:p>
          <a:p>
            <a:pPr indent="0" lvl="0" marL="0" rtl="0" algn="l">
              <a:lnSpc>
                <a:spcPct val="100000"/>
              </a:lnSpc>
              <a:spcBef>
                <a:spcPts val="0"/>
              </a:spcBef>
              <a:spcAft>
                <a:spcPts val="0"/>
              </a:spcAft>
              <a:buSzPts val="1000"/>
              <a:buNone/>
            </a:pPr>
            <a:r>
              <a:rPr lang="en">
                <a:latin typeface="Space Grotesk"/>
                <a:ea typeface="Space Grotesk"/>
                <a:cs typeface="Space Grotesk"/>
                <a:sym typeface="Space Grotesk"/>
              </a:rPr>
              <a:t>Badly generated Field Names</a:t>
            </a:r>
            <a:endParaRPr>
              <a:latin typeface="Space Grotesk"/>
              <a:ea typeface="Space Grotesk"/>
              <a:cs typeface="Space Grotesk"/>
              <a:sym typeface="Space Grotesk"/>
            </a:endParaRPr>
          </a:p>
          <a:p>
            <a:pPr indent="0" lvl="0" marL="0" rtl="0" algn="l">
              <a:spcBef>
                <a:spcPts val="0"/>
              </a:spcBef>
              <a:spcAft>
                <a:spcPts val="800"/>
              </a:spcAft>
              <a:buSzPts val="1000"/>
              <a:buNone/>
            </a:pPr>
            <a:r>
              <a:t/>
            </a:r>
            <a:endParaRPr>
              <a:latin typeface="Space Grotesk"/>
              <a:ea typeface="Space Grotesk"/>
              <a:cs typeface="Space Grotesk"/>
              <a:sym typeface="Space Grotesk"/>
            </a:endParaRPr>
          </a:p>
        </p:txBody>
      </p:sp>
      <p:sp>
        <p:nvSpPr>
          <p:cNvPr id="575" name="Google Shape;575;p49"/>
          <p:cNvSpPr txBox="1"/>
          <p:nvPr>
            <p:ph type="title"/>
          </p:nvPr>
        </p:nvSpPr>
        <p:spPr>
          <a:xfrm>
            <a:off x="221375" y="223900"/>
            <a:ext cx="6668100" cy="466800"/>
          </a:xfrm>
          <a:prstGeom prst="rect">
            <a:avLst/>
          </a:prstGeom>
        </p:spPr>
        <p:txBody>
          <a:bodyPr anchorCtr="0" anchor="t" bIns="0" lIns="0" spcFirstLastPara="1" rIns="0" wrap="square" tIns="0">
            <a:noAutofit/>
          </a:bodyPr>
          <a:lstStyle/>
          <a:p>
            <a:pPr indent="0" lvl="0" marL="0" rtl="0" algn="l">
              <a:lnSpc>
                <a:spcPct val="80000"/>
              </a:lnSpc>
              <a:spcBef>
                <a:spcPts val="0"/>
              </a:spcBef>
              <a:spcAft>
                <a:spcPts val="0"/>
              </a:spcAft>
              <a:buSzPts val="3500"/>
              <a:buNone/>
            </a:pPr>
            <a:r>
              <a:rPr lang="en"/>
              <a:t>IDEATION SPEEDRUN</a:t>
            </a:r>
            <a:endParaRPr/>
          </a:p>
          <a:p>
            <a:pPr indent="0" lvl="0" marL="0" rtl="0" algn="l">
              <a:spcBef>
                <a:spcPts val="0"/>
              </a:spcBef>
              <a:spcAft>
                <a:spcPts val="0"/>
              </a:spcAft>
              <a:buSzPts val="3500"/>
              <a:buNone/>
            </a:pPr>
            <a:r>
              <a:t/>
            </a:r>
            <a:endParaRPr/>
          </a:p>
        </p:txBody>
      </p:sp>
      <p:sp>
        <p:nvSpPr>
          <p:cNvPr id="576" name="Google Shape;576;p49"/>
          <p:cNvSpPr txBox="1"/>
          <p:nvPr>
            <p:ph idx="7" type="body"/>
          </p:nvPr>
        </p:nvSpPr>
        <p:spPr>
          <a:xfrm>
            <a:off x="252600" y="3039157"/>
            <a:ext cx="2118600" cy="876300"/>
          </a:xfrm>
          <a:prstGeom prst="rect">
            <a:avLst/>
          </a:prstGeom>
        </p:spPr>
        <p:txBody>
          <a:bodyPr anchorCtr="0" anchor="t" bIns="90000" lIns="0" spcFirstLastPara="1" rIns="0" wrap="square" tIns="0">
            <a:noAutofit/>
          </a:bodyPr>
          <a:lstStyle/>
          <a:p>
            <a:pPr indent="0" lvl="0" marL="0" rtl="0" algn="l">
              <a:spcBef>
                <a:spcPts val="0"/>
              </a:spcBef>
              <a:spcAft>
                <a:spcPts val="0"/>
              </a:spcAft>
              <a:buClr>
                <a:schemeClr val="dk1"/>
              </a:buClr>
              <a:buSzPts val="1100"/>
              <a:buNone/>
            </a:pPr>
            <a:r>
              <a:rPr lang="en"/>
              <a:t>It was not easy to produce this result as we need to use APIs that has to be called on a single go and make them present in the UI.</a:t>
            </a:r>
            <a:endParaRPr>
              <a:latin typeface="Space Grotesk Medium"/>
              <a:ea typeface="Space Grotesk Medium"/>
              <a:cs typeface="Space Grotesk Medium"/>
              <a:sym typeface="Space Grotesk Medium"/>
            </a:endParaRPr>
          </a:p>
          <a:p>
            <a:pPr indent="0" lvl="0" marL="0" rtl="0" algn="l">
              <a:spcBef>
                <a:spcPts val="0"/>
              </a:spcBef>
              <a:spcAft>
                <a:spcPts val="800"/>
              </a:spcAft>
              <a:buSzPts val="1000"/>
              <a:buNone/>
            </a:pPr>
            <a:r>
              <a:t/>
            </a:r>
            <a:endParaRPr>
              <a:latin typeface="Space Grotesk Medium"/>
              <a:ea typeface="Space Grotesk Medium"/>
              <a:cs typeface="Space Grotesk Medium"/>
              <a:sym typeface="Space Grotesk Medium"/>
            </a:endParaRPr>
          </a:p>
        </p:txBody>
      </p:sp>
      <p:sp>
        <p:nvSpPr>
          <p:cNvPr id="577" name="Google Shape;577;p49"/>
          <p:cNvSpPr txBox="1"/>
          <p:nvPr>
            <p:ph idx="4" type="subTitle"/>
          </p:nvPr>
        </p:nvSpPr>
        <p:spPr>
          <a:xfrm>
            <a:off x="252600" y="809250"/>
            <a:ext cx="2801700" cy="9213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1200"/>
              </a:spcAft>
              <a:buSzPts val="1000"/>
              <a:buNone/>
            </a:pPr>
            <a:r>
              <a:rPr lang="en">
                <a:latin typeface="Space Grotesk"/>
                <a:ea typeface="Space Grotesk"/>
                <a:cs typeface="Space Grotesk"/>
                <a:sym typeface="Space Grotesk"/>
              </a:rPr>
              <a:t>LETS GO!</a:t>
            </a:r>
            <a:endParaRPr>
              <a:latin typeface="Space Grotesk"/>
              <a:ea typeface="Space Grotesk"/>
              <a:cs typeface="Space Grotesk"/>
              <a:sym typeface="Space Grotesk"/>
            </a:endParaRPr>
          </a:p>
        </p:txBody>
      </p:sp>
      <p:sp>
        <p:nvSpPr>
          <p:cNvPr id="578" name="Google Shape;578;p49"/>
          <p:cNvSpPr txBox="1"/>
          <p:nvPr>
            <p:ph idx="1" type="body"/>
          </p:nvPr>
        </p:nvSpPr>
        <p:spPr>
          <a:xfrm>
            <a:off x="6197276" y="2370325"/>
            <a:ext cx="2416800" cy="2520600"/>
          </a:xfrm>
          <a:prstGeom prst="rect">
            <a:avLst/>
          </a:prstGeom>
        </p:spPr>
        <p:txBody>
          <a:bodyPr anchorCtr="0" anchor="t" bIns="0" lIns="0" spcFirstLastPara="1" rIns="0" wrap="square" tIns="0">
            <a:noAutofit/>
          </a:bodyPr>
          <a:lstStyle/>
          <a:p>
            <a:pPr indent="0" lvl="0" marL="0" rtl="0" algn="l">
              <a:spcBef>
                <a:spcPts val="0"/>
              </a:spcBef>
              <a:spcAft>
                <a:spcPts val="0"/>
              </a:spcAft>
              <a:buSzPts val="1000"/>
              <a:buNone/>
            </a:pPr>
            <a:r>
              <a:rPr lang="en">
                <a:latin typeface="Space Grotesk"/>
                <a:ea typeface="Space Grotesk"/>
                <a:cs typeface="Space Grotesk"/>
                <a:sym typeface="Space Grotesk"/>
              </a:rPr>
              <a:t>We did it through ocr extraction and context addition method.</a:t>
            </a:r>
            <a:endParaRPr>
              <a:latin typeface="Space Grotesk"/>
              <a:ea typeface="Space Grotesk"/>
              <a:cs typeface="Space Grotesk"/>
              <a:sym typeface="Space Grotesk"/>
            </a:endParaRPr>
          </a:p>
          <a:p>
            <a:pPr indent="0" lvl="0" marL="0" rtl="0" algn="l">
              <a:spcBef>
                <a:spcPts val="800"/>
              </a:spcBef>
              <a:spcAft>
                <a:spcPts val="0"/>
              </a:spcAft>
              <a:buSzPts val="1000"/>
              <a:buNone/>
            </a:pPr>
            <a:r>
              <a:rPr lang="en">
                <a:latin typeface="Space Grotesk"/>
                <a:ea typeface="Space Grotesk"/>
                <a:cs typeface="Space Grotesk"/>
                <a:sym typeface="Space Grotesk"/>
              </a:rPr>
              <a:t>Selection of relevant field names.</a:t>
            </a:r>
            <a:endParaRPr>
              <a:latin typeface="Space Grotesk"/>
              <a:ea typeface="Space Grotesk"/>
              <a:cs typeface="Space Grotesk"/>
              <a:sym typeface="Space Grotesk"/>
            </a:endParaRPr>
          </a:p>
          <a:p>
            <a:pPr indent="0" lvl="0" marL="0" rtl="0" algn="l">
              <a:spcBef>
                <a:spcPts val="800"/>
              </a:spcBef>
              <a:spcAft>
                <a:spcPts val="800"/>
              </a:spcAft>
              <a:buSzPts val="1000"/>
              <a:buNone/>
            </a:pPr>
            <a:r>
              <a:rPr lang="en">
                <a:latin typeface="Space Grotesk"/>
                <a:ea typeface="Space Grotesk"/>
                <a:cs typeface="Space Grotesk"/>
                <a:sym typeface="Space Grotesk"/>
              </a:rPr>
              <a:t>Due to prompts on open AI given,started to produce better field names</a:t>
            </a:r>
            <a:endParaRPr>
              <a:latin typeface="Space Grotesk"/>
              <a:ea typeface="Space Grotesk"/>
              <a:cs typeface="Space Grotesk"/>
              <a:sym typeface="Space Grotesk"/>
            </a:endParaRPr>
          </a:p>
        </p:txBody>
      </p:sp>
      <p:sp>
        <p:nvSpPr>
          <p:cNvPr id="579" name="Google Shape;579;p49"/>
          <p:cNvSpPr/>
          <p:nvPr/>
        </p:nvSpPr>
        <p:spPr>
          <a:xfrm>
            <a:off x="2669427" y="4777621"/>
            <a:ext cx="418200" cy="365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Space Grotesk"/>
              <a:ea typeface="Space Grotesk"/>
              <a:cs typeface="Space Grotesk"/>
              <a:sym typeface="Space Grotes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50"/>
          <p:cNvSpPr txBox="1"/>
          <p:nvPr>
            <p:ph type="title"/>
          </p:nvPr>
        </p:nvSpPr>
        <p:spPr>
          <a:xfrm>
            <a:off x="242375" y="530828"/>
            <a:ext cx="3576600" cy="10389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SzPts val="2800"/>
              <a:buNone/>
            </a:pPr>
            <a:r>
              <a:rPr lang="en"/>
              <a:t>Now that everyone has been introduced to each other, help them continue their onboarding journey.</a:t>
            </a:r>
            <a:endParaRPr/>
          </a:p>
          <a:p>
            <a:pPr indent="0" lvl="0" marL="0" rtl="0" algn="l">
              <a:lnSpc>
                <a:spcPct val="115000"/>
              </a:lnSpc>
              <a:spcBef>
                <a:spcPts val="0"/>
              </a:spcBef>
              <a:spcAft>
                <a:spcPts val="0"/>
              </a:spcAft>
              <a:buSzPts val="2800"/>
              <a:buNone/>
            </a:pPr>
            <a:r>
              <a:t/>
            </a:r>
            <a:endParaRPr/>
          </a:p>
          <a:p>
            <a:pPr indent="0" lvl="0" marL="0" rtl="0" algn="l">
              <a:lnSpc>
                <a:spcPct val="115000"/>
              </a:lnSpc>
              <a:spcBef>
                <a:spcPts val="0"/>
              </a:spcBef>
              <a:spcAft>
                <a:spcPts val="0"/>
              </a:spcAft>
              <a:buSzPts val="2800"/>
              <a:buNone/>
            </a:pPr>
            <a:r>
              <a:rPr lang="en"/>
              <a:t>Add links to company resources, office handbooks, style guides, team intros, learning platforms, and other useful materials</a:t>
            </a:r>
            <a:endParaRPr/>
          </a:p>
        </p:txBody>
      </p:sp>
      <p:sp>
        <p:nvSpPr>
          <p:cNvPr id="585" name="Google Shape;585;p50"/>
          <p:cNvSpPr txBox="1"/>
          <p:nvPr>
            <p:ph idx="2" type="title"/>
          </p:nvPr>
        </p:nvSpPr>
        <p:spPr>
          <a:xfrm>
            <a:off x="236891" y="203879"/>
            <a:ext cx="6480300" cy="2310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SzPts val="2800"/>
              <a:buNone/>
            </a:pPr>
            <a:r>
              <a:rPr lang="en"/>
              <a:t>PRESELECTION OF FIELDS</a:t>
            </a:r>
            <a:endParaRPr/>
          </a:p>
        </p:txBody>
      </p:sp>
      <p:sp>
        <p:nvSpPr>
          <p:cNvPr id="586" name="Google Shape;586;p50"/>
          <p:cNvSpPr txBox="1"/>
          <p:nvPr>
            <p:ph idx="1" type="subTitle"/>
          </p:nvPr>
        </p:nvSpPr>
        <p:spPr>
          <a:xfrm>
            <a:off x="246850" y="2439125"/>
            <a:ext cx="6948300" cy="2451900"/>
          </a:xfrm>
          <a:prstGeom prst="rect">
            <a:avLst/>
          </a:prstGeom>
        </p:spPr>
        <p:txBody>
          <a:bodyPr anchorCtr="0" anchor="b" bIns="0" lIns="0" spcFirstLastPara="1" rIns="0" wrap="square" tIns="0">
            <a:normAutofit/>
          </a:bodyPr>
          <a:lstStyle/>
          <a:p>
            <a:pPr indent="0" lvl="0" marL="0" rtl="0" algn="l">
              <a:lnSpc>
                <a:spcPct val="115000"/>
              </a:lnSpc>
              <a:spcBef>
                <a:spcPts val="0"/>
              </a:spcBef>
              <a:spcAft>
                <a:spcPts val="0"/>
              </a:spcAft>
              <a:buClr>
                <a:schemeClr val="dk1"/>
              </a:buClr>
              <a:buSzPts val="1100"/>
              <a:buFont typeface="Arial"/>
              <a:buNone/>
            </a:pPr>
            <a:r>
              <a:rPr lang="en" u="none"/>
              <a:t>Add link</a:t>
            </a:r>
            <a:endParaRPr u="none"/>
          </a:p>
          <a:p>
            <a:pPr indent="0" lvl="0" marL="0" rtl="0" algn="l">
              <a:lnSpc>
                <a:spcPct val="115000"/>
              </a:lnSpc>
              <a:spcBef>
                <a:spcPts val="0"/>
              </a:spcBef>
              <a:spcAft>
                <a:spcPts val="0"/>
              </a:spcAft>
              <a:buSzPts val="1500"/>
              <a:buNone/>
            </a:pPr>
            <a:r>
              <a:rPr lang="en" u="none"/>
              <a:t>Add link</a:t>
            </a:r>
            <a:endParaRPr u="none"/>
          </a:p>
          <a:p>
            <a:pPr indent="0" lvl="0" marL="0" rtl="0" algn="l">
              <a:lnSpc>
                <a:spcPct val="115000"/>
              </a:lnSpc>
              <a:spcBef>
                <a:spcPts val="0"/>
              </a:spcBef>
              <a:spcAft>
                <a:spcPts val="0"/>
              </a:spcAft>
              <a:buSzPts val="1500"/>
              <a:buNone/>
            </a:pPr>
            <a:r>
              <a:rPr lang="en" u="none"/>
              <a:t>Add link</a:t>
            </a:r>
            <a:br>
              <a:rPr lang="en" u="none"/>
            </a:br>
            <a:r>
              <a:rPr lang="en" u="none"/>
              <a:t>Add link</a:t>
            </a:r>
            <a:endParaRPr u="none"/>
          </a:p>
          <a:p>
            <a:pPr indent="0" lvl="0" marL="0" rtl="0" algn="l">
              <a:lnSpc>
                <a:spcPct val="115000"/>
              </a:lnSpc>
              <a:spcBef>
                <a:spcPts val="0"/>
              </a:spcBef>
              <a:spcAft>
                <a:spcPts val="0"/>
              </a:spcAft>
              <a:buClr>
                <a:schemeClr val="dk1"/>
              </a:buClr>
              <a:buSzPts val="1100"/>
              <a:buFont typeface="Arial"/>
              <a:buNone/>
            </a:pPr>
            <a:r>
              <a:rPr lang="en" u="none"/>
              <a:t>Add link</a:t>
            </a:r>
            <a:endParaRPr u="none"/>
          </a:p>
          <a:p>
            <a:pPr indent="0" lvl="0" marL="0" rtl="0" algn="l">
              <a:lnSpc>
                <a:spcPct val="115000"/>
              </a:lnSpc>
              <a:spcBef>
                <a:spcPts val="0"/>
              </a:spcBef>
              <a:spcAft>
                <a:spcPts val="0"/>
              </a:spcAft>
              <a:buSzPts val="1500"/>
              <a:buNone/>
            </a:pPr>
            <a:r>
              <a:rPr lang="en" u="none"/>
              <a:t>Add link</a:t>
            </a:r>
            <a:br>
              <a:rPr lang="en" u="none"/>
            </a:br>
            <a:r>
              <a:rPr lang="en" u="none"/>
              <a:t>Add link</a:t>
            </a:r>
            <a:endParaRPr u="none"/>
          </a:p>
          <a:p>
            <a:pPr indent="0" lvl="0" marL="0" rtl="0" algn="l">
              <a:lnSpc>
                <a:spcPct val="115000"/>
              </a:lnSpc>
              <a:spcBef>
                <a:spcPts val="0"/>
              </a:spcBef>
              <a:spcAft>
                <a:spcPts val="0"/>
              </a:spcAft>
              <a:buClr>
                <a:schemeClr val="dk1"/>
              </a:buClr>
              <a:buSzPts val="1100"/>
              <a:buFont typeface="Arial"/>
              <a:buNone/>
            </a:pPr>
            <a:r>
              <a:rPr lang="en" u="none"/>
              <a:t>Add link</a:t>
            </a:r>
            <a:endParaRPr u="none"/>
          </a:p>
        </p:txBody>
      </p:sp>
      <p:pic>
        <p:nvPicPr>
          <p:cNvPr descr="A screenshot of a computer&#10;&#10;Description automatically generated" id="587" name="Google Shape;587;p50"/>
          <p:cNvPicPr preferRelativeResize="0"/>
          <p:nvPr/>
        </p:nvPicPr>
        <p:blipFill rotWithShape="1">
          <a:blip r:embed="rId3">
            <a:alphaModFix/>
          </a:blip>
          <a:srcRect b="0" l="0" r="0" t="0"/>
          <a:stretch/>
        </p:blipFill>
        <p:spPr>
          <a:xfrm>
            <a:off x="103500" y="476651"/>
            <a:ext cx="8852477" cy="45186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51"/>
          <p:cNvSpPr txBox="1"/>
          <p:nvPr>
            <p:ph idx="1" type="subTitle"/>
          </p:nvPr>
        </p:nvSpPr>
        <p:spPr>
          <a:xfrm>
            <a:off x="246850" y="2493274"/>
            <a:ext cx="2781000" cy="35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TEAM OR DEPARTMENT_</a:t>
            </a:r>
            <a:endParaRPr/>
          </a:p>
        </p:txBody>
      </p:sp>
      <p:sp>
        <p:nvSpPr>
          <p:cNvPr id="593" name="Google Shape;593;p51"/>
          <p:cNvSpPr txBox="1"/>
          <p:nvPr>
            <p:ph idx="2" type="subTitle"/>
          </p:nvPr>
        </p:nvSpPr>
        <p:spPr>
          <a:xfrm>
            <a:off x="246850" y="2938475"/>
            <a:ext cx="27930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Full Name | Title</a:t>
            </a:r>
            <a:endParaRPr/>
          </a:p>
        </p:txBody>
      </p:sp>
      <p:sp>
        <p:nvSpPr>
          <p:cNvPr id="594" name="Google Shape;594;p51"/>
          <p:cNvSpPr txBox="1"/>
          <p:nvPr>
            <p:ph idx="3" type="subTitle"/>
          </p:nvPr>
        </p:nvSpPr>
        <p:spPr>
          <a:xfrm>
            <a:off x="246850" y="3101490"/>
            <a:ext cx="26958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Email or phone number</a:t>
            </a:r>
            <a:endParaRPr/>
          </a:p>
        </p:txBody>
      </p:sp>
      <p:sp>
        <p:nvSpPr>
          <p:cNvPr id="595" name="Google Shape;595;p51"/>
          <p:cNvSpPr txBox="1"/>
          <p:nvPr>
            <p:ph type="title"/>
          </p:nvPr>
        </p:nvSpPr>
        <p:spPr>
          <a:xfrm>
            <a:off x="237641" y="203879"/>
            <a:ext cx="6480300" cy="231000"/>
          </a:xfrm>
          <a:prstGeom prst="rect">
            <a:avLst/>
          </a:prstGeom>
        </p:spPr>
        <p:txBody>
          <a:bodyPr anchorCtr="0" anchor="t" bIns="0" lIns="0" spcFirstLastPara="1" rIns="0" wrap="square" tIns="0">
            <a:spAutoFit/>
          </a:bodyPr>
          <a:lstStyle/>
          <a:p>
            <a:pPr indent="0" lvl="0" marL="0" rtl="0" algn="l">
              <a:lnSpc>
                <a:spcPct val="100000"/>
              </a:lnSpc>
              <a:spcBef>
                <a:spcPts val="0"/>
              </a:spcBef>
              <a:spcAft>
                <a:spcPts val="0"/>
              </a:spcAft>
              <a:buSzPts val="2800"/>
              <a:buNone/>
            </a:pPr>
            <a:r>
              <a:rPr lang="en"/>
              <a:t>RESULT</a:t>
            </a:r>
            <a:endParaRPr/>
          </a:p>
        </p:txBody>
      </p:sp>
      <p:sp>
        <p:nvSpPr>
          <p:cNvPr id="596" name="Google Shape;596;p51"/>
          <p:cNvSpPr txBox="1"/>
          <p:nvPr>
            <p:ph idx="13" type="subTitle"/>
          </p:nvPr>
        </p:nvSpPr>
        <p:spPr>
          <a:xfrm>
            <a:off x="3135975" y="2938475"/>
            <a:ext cx="27930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Full Name | Title</a:t>
            </a:r>
            <a:endParaRPr/>
          </a:p>
        </p:txBody>
      </p:sp>
      <p:sp>
        <p:nvSpPr>
          <p:cNvPr id="597" name="Google Shape;597;p51"/>
          <p:cNvSpPr txBox="1"/>
          <p:nvPr>
            <p:ph idx="14" type="subTitle"/>
          </p:nvPr>
        </p:nvSpPr>
        <p:spPr>
          <a:xfrm>
            <a:off x="3135975" y="3101490"/>
            <a:ext cx="26958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Email or phone number</a:t>
            </a:r>
            <a:endParaRPr/>
          </a:p>
        </p:txBody>
      </p:sp>
      <p:sp>
        <p:nvSpPr>
          <p:cNvPr id="598" name="Google Shape;598;p51"/>
          <p:cNvSpPr txBox="1"/>
          <p:nvPr>
            <p:ph idx="15" type="subTitle"/>
          </p:nvPr>
        </p:nvSpPr>
        <p:spPr>
          <a:xfrm>
            <a:off x="3135975" y="3513916"/>
            <a:ext cx="27930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Full Name | Title</a:t>
            </a:r>
            <a:endParaRPr/>
          </a:p>
        </p:txBody>
      </p:sp>
      <p:sp>
        <p:nvSpPr>
          <p:cNvPr id="599" name="Google Shape;599;p51"/>
          <p:cNvSpPr txBox="1"/>
          <p:nvPr>
            <p:ph idx="17" type="subTitle"/>
          </p:nvPr>
        </p:nvSpPr>
        <p:spPr>
          <a:xfrm>
            <a:off x="3135975" y="4546391"/>
            <a:ext cx="27930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Full Name | Title</a:t>
            </a:r>
            <a:endParaRPr/>
          </a:p>
        </p:txBody>
      </p:sp>
      <p:sp>
        <p:nvSpPr>
          <p:cNvPr id="600" name="Google Shape;600;p51"/>
          <p:cNvSpPr txBox="1"/>
          <p:nvPr>
            <p:ph idx="18" type="subTitle"/>
          </p:nvPr>
        </p:nvSpPr>
        <p:spPr>
          <a:xfrm>
            <a:off x="3135975" y="4709406"/>
            <a:ext cx="2695800" cy="1815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Email or phone number</a:t>
            </a:r>
            <a:endParaRPr/>
          </a:p>
        </p:txBody>
      </p:sp>
      <p:sp>
        <p:nvSpPr>
          <p:cNvPr id="601" name="Google Shape;601;p51"/>
          <p:cNvSpPr txBox="1"/>
          <p:nvPr>
            <p:ph idx="4" type="subTitle"/>
          </p:nvPr>
        </p:nvSpPr>
        <p:spPr>
          <a:xfrm>
            <a:off x="3135975" y="2493274"/>
            <a:ext cx="2781000" cy="354000"/>
          </a:xfrm>
          <a:prstGeom prst="rect">
            <a:avLst/>
          </a:prstGeom>
        </p:spPr>
        <p:txBody>
          <a:bodyPr anchorCtr="0" anchor="ctr" bIns="0" lIns="0" spcFirstLastPara="1" rIns="0" wrap="square" tIns="0">
            <a:noAutofit/>
          </a:bodyPr>
          <a:lstStyle/>
          <a:p>
            <a:pPr indent="0" lvl="0" marL="0" rtl="0" algn="l">
              <a:lnSpc>
                <a:spcPct val="100000"/>
              </a:lnSpc>
              <a:spcBef>
                <a:spcPts val="0"/>
              </a:spcBef>
              <a:spcAft>
                <a:spcPts val="0"/>
              </a:spcAft>
              <a:buClr>
                <a:schemeClr val="dk1"/>
              </a:buClr>
              <a:buSzPts val="1100"/>
              <a:buFont typeface="Arial"/>
              <a:buNone/>
            </a:pPr>
            <a:r>
              <a:rPr lang="en"/>
              <a:t>TEAM OR DEPARTMENT_</a:t>
            </a:r>
            <a:endParaRPr/>
          </a:p>
        </p:txBody>
      </p:sp>
      <p:sp>
        <p:nvSpPr>
          <p:cNvPr id="602" name="Google Shape;602;p51"/>
          <p:cNvSpPr txBox="1"/>
          <p:nvPr>
            <p:ph idx="5" type="subTitle"/>
          </p:nvPr>
        </p:nvSpPr>
        <p:spPr>
          <a:xfrm>
            <a:off x="3135975" y="4097621"/>
            <a:ext cx="2781000" cy="354000"/>
          </a:xfrm>
          <a:prstGeom prst="rect">
            <a:avLst/>
          </a:prstGeom>
        </p:spPr>
        <p:txBody>
          <a:bodyPr anchorCtr="0" anchor="ctr" bIns="0" lIns="0" spcFirstLastPara="1" rIns="0" wrap="square" tIns="0">
            <a:noAutofit/>
          </a:bodyPr>
          <a:lstStyle/>
          <a:p>
            <a:pPr indent="0" lvl="0" marL="0" rtl="0" algn="l">
              <a:lnSpc>
                <a:spcPct val="80000"/>
              </a:lnSpc>
              <a:spcBef>
                <a:spcPts val="0"/>
              </a:spcBef>
              <a:spcAft>
                <a:spcPts val="0"/>
              </a:spcAft>
              <a:buSzPts val="1500"/>
              <a:buNone/>
            </a:pPr>
            <a:r>
              <a:rPr lang="en"/>
              <a:t>TEAM OR DEPARTMENT_</a:t>
            </a:r>
            <a:endParaRPr/>
          </a:p>
        </p:txBody>
      </p:sp>
      <p:sp>
        <p:nvSpPr>
          <p:cNvPr id="603" name="Google Shape;603;p51"/>
          <p:cNvSpPr txBox="1"/>
          <p:nvPr>
            <p:ph idx="6" type="subTitle"/>
          </p:nvPr>
        </p:nvSpPr>
        <p:spPr>
          <a:xfrm>
            <a:off x="246850" y="3513916"/>
            <a:ext cx="2793000" cy="1815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Clr>
                <a:schemeClr val="dk1"/>
              </a:buClr>
              <a:buSzPts val="1100"/>
              <a:buFont typeface="Arial"/>
              <a:buNone/>
            </a:pPr>
            <a:r>
              <a:rPr lang="en"/>
              <a:t>Full Name | Title</a:t>
            </a:r>
            <a:endParaRPr/>
          </a:p>
        </p:txBody>
      </p:sp>
      <p:sp>
        <p:nvSpPr>
          <p:cNvPr id="604" name="Google Shape;604;p51"/>
          <p:cNvSpPr txBox="1"/>
          <p:nvPr>
            <p:ph idx="7" type="subTitle"/>
          </p:nvPr>
        </p:nvSpPr>
        <p:spPr>
          <a:xfrm>
            <a:off x="246850" y="3676931"/>
            <a:ext cx="2695800" cy="1815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SzPts val="1000"/>
              <a:buNone/>
            </a:pPr>
            <a:r>
              <a:rPr lang="en"/>
              <a:t>Email or phone number</a:t>
            </a:r>
            <a:endParaRPr/>
          </a:p>
        </p:txBody>
      </p:sp>
      <p:sp>
        <p:nvSpPr>
          <p:cNvPr id="605" name="Google Shape;605;p51"/>
          <p:cNvSpPr txBox="1"/>
          <p:nvPr>
            <p:ph idx="8" type="subTitle"/>
          </p:nvPr>
        </p:nvSpPr>
        <p:spPr>
          <a:xfrm>
            <a:off x="246850" y="4098291"/>
            <a:ext cx="2793000" cy="1815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Clr>
                <a:schemeClr val="dk1"/>
              </a:buClr>
              <a:buSzPts val="1100"/>
              <a:buFont typeface="Arial"/>
              <a:buNone/>
            </a:pPr>
            <a:r>
              <a:rPr lang="en"/>
              <a:t>Full Name | Title</a:t>
            </a:r>
            <a:endParaRPr/>
          </a:p>
        </p:txBody>
      </p:sp>
      <p:sp>
        <p:nvSpPr>
          <p:cNvPr id="606" name="Google Shape;606;p51"/>
          <p:cNvSpPr txBox="1"/>
          <p:nvPr>
            <p:ph idx="9" type="subTitle"/>
          </p:nvPr>
        </p:nvSpPr>
        <p:spPr>
          <a:xfrm>
            <a:off x="246850" y="4261306"/>
            <a:ext cx="2695800" cy="1815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Clr>
                <a:schemeClr val="dk1"/>
              </a:buClr>
              <a:buSzPts val="1100"/>
              <a:buFont typeface="Arial"/>
              <a:buNone/>
            </a:pPr>
            <a:r>
              <a:rPr lang="en"/>
              <a:t>Email or phone number</a:t>
            </a:r>
            <a:endParaRPr/>
          </a:p>
        </p:txBody>
      </p:sp>
      <p:sp>
        <p:nvSpPr>
          <p:cNvPr id="607" name="Google Shape;607;p51"/>
          <p:cNvSpPr txBox="1"/>
          <p:nvPr>
            <p:ph idx="16" type="subTitle"/>
          </p:nvPr>
        </p:nvSpPr>
        <p:spPr>
          <a:xfrm>
            <a:off x="3135975" y="3676931"/>
            <a:ext cx="2695800" cy="181500"/>
          </a:xfrm>
          <a:prstGeom prst="rect">
            <a:avLst/>
          </a:prstGeom>
        </p:spPr>
        <p:txBody>
          <a:bodyPr anchorCtr="0" anchor="ctr" bIns="0" lIns="0" spcFirstLastPara="1" rIns="0" wrap="square" tIns="0">
            <a:normAutofit/>
          </a:bodyPr>
          <a:lstStyle/>
          <a:p>
            <a:pPr indent="0" lvl="0" marL="0" rtl="0" algn="l">
              <a:lnSpc>
                <a:spcPct val="100000"/>
              </a:lnSpc>
              <a:spcBef>
                <a:spcPts val="0"/>
              </a:spcBef>
              <a:spcAft>
                <a:spcPts val="0"/>
              </a:spcAft>
              <a:buClr>
                <a:schemeClr val="dk1"/>
              </a:buClr>
              <a:buSzPts val="1100"/>
              <a:buFont typeface="Arial"/>
              <a:buNone/>
            </a:pPr>
            <a:r>
              <a:rPr lang="en"/>
              <a:t>Email or phone number</a:t>
            </a:r>
            <a:endParaRPr/>
          </a:p>
        </p:txBody>
      </p:sp>
      <p:pic>
        <p:nvPicPr>
          <p:cNvPr descr="A screenshot of a computer&#10;&#10;Description automatically generated" id="608" name="Google Shape;608;p51"/>
          <p:cNvPicPr preferRelativeResize="0"/>
          <p:nvPr/>
        </p:nvPicPr>
        <p:blipFill rotWithShape="1">
          <a:blip r:embed="rId3">
            <a:alphaModFix/>
          </a:blip>
          <a:srcRect b="0" l="0" r="0" t="0"/>
          <a:stretch/>
        </p:blipFill>
        <p:spPr>
          <a:xfrm>
            <a:off x="252600" y="652200"/>
            <a:ext cx="8722575" cy="441720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52"/>
          <p:cNvSpPr txBox="1"/>
          <p:nvPr>
            <p:ph idx="1" type="subTitle"/>
          </p:nvPr>
        </p:nvSpPr>
        <p:spPr>
          <a:xfrm>
            <a:off x="246850" y="659544"/>
            <a:ext cx="2781000" cy="4818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UI/UX Developer</a:t>
            </a:r>
            <a:endParaRPr/>
          </a:p>
        </p:txBody>
      </p:sp>
      <p:sp>
        <p:nvSpPr>
          <p:cNvPr id="614" name="Google Shape;614;p52"/>
          <p:cNvSpPr txBox="1"/>
          <p:nvPr>
            <p:ph idx="2" type="subTitle"/>
          </p:nvPr>
        </p:nvSpPr>
        <p:spPr>
          <a:xfrm>
            <a:off x="240850" y="1093025"/>
            <a:ext cx="3094200" cy="632700"/>
          </a:xfrm>
          <a:prstGeom prst="rect">
            <a:avLst/>
          </a:prstGeom>
        </p:spPr>
        <p:txBody>
          <a:bodyPr anchorCtr="0" anchor="ctr" bIns="0" lIns="0" spcFirstLastPara="1" rIns="0" wrap="square" tIns="0">
            <a:normAutofit fontScale="92500" lnSpcReduction="10000"/>
          </a:bodyPr>
          <a:lstStyle/>
          <a:p>
            <a:pPr indent="-290817" lvl="0" marL="457200" rtl="0" algn="l">
              <a:lnSpc>
                <a:spcPct val="115000"/>
              </a:lnSpc>
              <a:spcBef>
                <a:spcPts val="0"/>
              </a:spcBef>
              <a:spcAft>
                <a:spcPts val="0"/>
              </a:spcAft>
              <a:buSzPct val="100000"/>
              <a:buChar char="●"/>
            </a:pPr>
            <a:r>
              <a:rPr lang="en" sz="1059"/>
              <a:t>Proposed idea of Having an end to end Tutorial system not leaving user confused in onboarding and the usage of the tool.</a:t>
            </a:r>
            <a:endParaRPr sz="1059"/>
          </a:p>
          <a:p>
            <a:pPr indent="0" lvl="0" marL="457200" rtl="0" algn="l">
              <a:lnSpc>
                <a:spcPct val="115000"/>
              </a:lnSpc>
              <a:spcBef>
                <a:spcPts val="0"/>
              </a:spcBef>
              <a:spcAft>
                <a:spcPts val="0"/>
              </a:spcAft>
              <a:buNone/>
            </a:pPr>
            <a:r>
              <a:t/>
            </a:r>
            <a:endParaRPr sz="1059"/>
          </a:p>
        </p:txBody>
      </p:sp>
      <p:sp>
        <p:nvSpPr>
          <p:cNvPr id="615" name="Google Shape;615;p52"/>
          <p:cNvSpPr txBox="1"/>
          <p:nvPr>
            <p:ph idx="3" type="subTitle"/>
          </p:nvPr>
        </p:nvSpPr>
        <p:spPr>
          <a:xfrm>
            <a:off x="409900" y="1641463"/>
            <a:ext cx="2843700" cy="400800"/>
          </a:xfrm>
          <a:prstGeom prst="rect">
            <a:avLst/>
          </a:prstGeom>
        </p:spPr>
        <p:txBody>
          <a:bodyPr anchorCtr="0" anchor="ctr" bIns="0" lIns="0" spcFirstLastPara="1" rIns="0" wrap="square" tIns="0">
            <a:noAutofit/>
          </a:bodyPr>
          <a:lstStyle/>
          <a:p>
            <a:pPr indent="0" lvl="0" marL="0" rtl="0" algn="l">
              <a:lnSpc>
                <a:spcPct val="115000"/>
              </a:lnSpc>
              <a:spcBef>
                <a:spcPts val="0"/>
              </a:spcBef>
              <a:spcAft>
                <a:spcPts val="0"/>
              </a:spcAft>
              <a:buNone/>
            </a:pPr>
            <a:r>
              <a:t/>
            </a:r>
            <a:endParaRPr sz="1100"/>
          </a:p>
          <a:p>
            <a:pPr indent="-288925" lvl="0" marL="457200" rtl="0" algn="l">
              <a:lnSpc>
                <a:spcPct val="115000"/>
              </a:lnSpc>
              <a:spcBef>
                <a:spcPts val="0"/>
              </a:spcBef>
              <a:spcAft>
                <a:spcPts val="0"/>
              </a:spcAft>
              <a:buSzPts val="950"/>
              <a:buChar char="●"/>
            </a:pPr>
            <a:r>
              <a:rPr lang="en" sz="950"/>
              <a:t>Built a prototype of the tutorial page by page the positioning and alignment with in the mind of responsive design and visual design principles</a:t>
            </a:r>
            <a:endParaRPr sz="950"/>
          </a:p>
        </p:txBody>
      </p:sp>
      <p:sp>
        <p:nvSpPr>
          <p:cNvPr id="616" name="Google Shape;616;p52"/>
          <p:cNvSpPr txBox="1"/>
          <p:nvPr>
            <p:ph idx="4" type="subTitle"/>
          </p:nvPr>
        </p:nvSpPr>
        <p:spPr>
          <a:xfrm>
            <a:off x="5485375" y="565949"/>
            <a:ext cx="2781000" cy="354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BACKEND ROLE-</a:t>
            </a:r>
            <a:endParaRPr/>
          </a:p>
        </p:txBody>
      </p:sp>
      <p:sp>
        <p:nvSpPr>
          <p:cNvPr id="617" name="Google Shape;617;p52"/>
          <p:cNvSpPr txBox="1"/>
          <p:nvPr>
            <p:ph idx="5" type="subTitle"/>
          </p:nvPr>
        </p:nvSpPr>
        <p:spPr>
          <a:xfrm>
            <a:off x="246850" y="2571746"/>
            <a:ext cx="2781000" cy="3540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
              <a:t>Web Developer</a:t>
            </a:r>
            <a:endParaRPr/>
          </a:p>
        </p:txBody>
      </p:sp>
      <p:sp>
        <p:nvSpPr>
          <p:cNvPr id="618" name="Google Shape;618;p52"/>
          <p:cNvSpPr txBox="1"/>
          <p:nvPr>
            <p:ph type="title"/>
          </p:nvPr>
        </p:nvSpPr>
        <p:spPr>
          <a:xfrm>
            <a:off x="237641" y="203879"/>
            <a:ext cx="6480300" cy="23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ROLE I HAD IN THIS PROJECT:</a:t>
            </a:r>
            <a:endParaRPr/>
          </a:p>
        </p:txBody>
      </p:sp>
      <p:sp>
        <p:nvSpPr>
          <p:cNvPr id="619" name="Google Shape;619;p52"/>
          <p:cNvSpPr txBox="1"/>
          <p:nvPr>
            <p:ph idx="13" type="subTitle"/>
          </p:nvPr>
        </p:nvSpPr>
        <p:spPr>
          <a:xfrm>
            <a:off x="5430775" y="1030613"/>
            <a:ext cx="2793000" cy="181500"/>
          </a:xfrm>
          <a:prstGeom prst="rect">
            <a:avLst/>
          </a:prstGeom>
        </p:spPr>
        <p:txBody>
          <a:bodyPr anchorCtr="0" anchor="ctr" bIns="0" lIns="0" spcFirstLastPara="1" rIns="0" wrap="square" tIns="0">
            <a:noAutofit/>
          </a:bodyPr>
          <a:lstStyle/>
          <a:p>
            <a:pPr indent="-288925" lvl="0" marL="457200" rtl="0" algn="l">
              <a:lnSpc>
                <a:spcPct val="115000"/>
              </a:lnSpc>
              <a:spcBef>
                <a:spcPts val="0"/>
              </a:spcBef>
              <a:spcAft>
                <a:spcPts val="0"/>
              </a:spcAft>
              <a:buSzPts val="950"/>
              <a:buChar char="●"/>
            </a:pPr>
            <a:r>
              <a:rPr lang="en" sz="950"/>
              <a:t>Proposing the ideas of integrating APIs and Necessary use of prompt engineering to the LLMs</a:t>
            </a:r>
            <a:endParaRPr sz="950"/>
          </a:p>
        </p:txBody>
      </p:sp>
      <p:sp>
        <p:nvSpPr>
          <p:cNvPr id="620" name="Google Shape;620;p52"/>
          <p:cNvSpPr txBox="1"/>
          <p:nvPr>
            <p:ph idx="15" type="subTitle"/>
          </p:nvPr>
        </p:nvSpPr>
        <p:spPr>
          <a:xfrm>
            <a:off x="5479375" y="1594516"/>
            <a:ext cx="2793000" cy="181500"/>
          </a:xfrm>
          <a:prstGeom prst="rect">
            <a:avLst/>
          </a:prstGeom>
        </p:spPr>
        <p:txBody>
          <a:bodyPr anchorCtr="0" anchor="ctr" bIns="0" lIns="0" spcFirstLastPara="1" rIns="0" wrap="square" tIns="0">
            <a:noAutofit/>
          </a:bodyPr>
          <a:lstStyle/>
          <a:p>
            <a:pPr indent="-287337" lvl="0" marL="457200" rtl="0" algn="l">
              <a:lnSpc>
                <a:spcPct val="95000"/>
              </a:lnSpc>
              <a:spcBef>
                <a:spcPts val="0"/>
              </a:spcBef>
              <a:spcAft>
                <a:spcPts val="0"/>
              </a:spcAft>
              <a:buSzPts val="925"/>
              <a:buChar char="●"/>
            </a:pPr>
            <a:r>
              <a:rPr lang="en" sz="925"/>
              <a:t>Helped in Documenting the Requirements Engineering Document as well as software architecture document.</a:t>
            </a:r>
            <a:endParaRPr sz="925"/>
          </a:p>
        </p:txBody>
      </p:sp>
      <p:sp>
        <p:nvSpPr>
          <p:cNvPr id="621" name="Google Shape;621;p52"/>
          <p:cNvSpPr txBox="1"/>
          <p:nvPr>
            <p:ph idx="17" type="subTitle"/>
          </p:nvPr>
        </p:nvSpPr>
        <p:spPr>
          <a:xfrm>
            <a:off x="237650" y="2925776"/>
            <a:ext cx="2793000" cy="713400"/>
          </a:xfrm>
          <a:prstGeom prst="rect">
            <a:avLst/>
          </a:prstGeom>
        </p:spPr>
        <p:txBody>
          <a:bodyPr anchorCtr="0" anchor="ctr" bIns="0" lIns="0" spcFirstLastPara="1" rIns="0" wrap="square" tIns="0">
            <a:noAutofit/>
          </a:bodyPr>
          <a:lstStyle/>
          <a:p>
            <a:pPr indent="-285750" lvl="0" marL="457200" rtl="0" algn="l">
              <a:lnSpc>
                <a:spcPct val="95000"/>
              </a:lnSpc>
              <a:spcBef>
                <a:spcPts val="0"/>
              </a:spcBef>
              <a:spcAft>
                <a:spcPts val="0"/>
              </a:spcAft>
              <a:buSzPts val="900"/>
              <a:buChar char="●"/>
            </a:pPr>
            <a:r>
              <a:rPr lang="en" sz="900"/>
              <a:t>Used HTML,CSS,React,js to completely do this project.</a:t>
            </a:r>
            <a:endParaRPr sz="900"/>
          </a:p>
          <a:p>
            <a:pPr indent="-285750" lvl="0" marL="457200" rtl="0" algn="l">
              <a:lnSpc>
                <a:spcPct val="95000"/>
              </a:lnSpc>
              <a:spcBef>
                <a:spcPts val="0"/>
              </a:spcBef>
              <a:spcAft>
                <a:spcPts val="0"/>
              </a:spcAft>
              <a:buSzPts val="900"/>
              <a:buChar char="●"/>
            </a:pPr>
            <a:r>
              <a:rPr lang="en" sz="900"/>
              <a:t>I had an task of finding out which framework can be used for that and i came with an </a:t>
            </a:r>
            <a:r>
              <a:rPr lang="en" sz="900" u="sng">
                <a:solidFill>
                  <a:schemeClr val="accent1"/>
                </a:solidFill>
                <a:hlinkClick r:id="rId3">
                  <a:extLst>
                    <a:ext uri="{A12FA001-AC4F-418D-AE19-62706E023703}">
                      <ahyp:hlinkClr val="tx"/>
                    </a:ext>
                  </a:extLst>
                </a:hlinkClick>
              </a:rPr>
              <a:t>intro.js</a:t>
            </a:r>
            <a:r>
              <a:rPr lang="en" sz="900">
                <a:solidFill>
                  <a:schemeClr val="accent1"/>
                </a:solidFill>
              </a:rPr>
              <a:t> </a:t>
            </a:r>
            <a:r>
              <a:rPr lang="en" sz="900"/>
              <a:t>framework which is  most popular for end to end frameworks.</a:t>
            </a:r>
            <a:endParaRPr sz="900"/>
          </a:p>
        </p:txBody>
      </p:sp>
      <p:sp>
        <p:nvSpPr>
          <p:cNvPr id="622" name="Google Shape;622;p52"/>
          <p:cNvSpPr txBox="1"/>
          <p:nvPr>
            <p:ph idx="18" type="subTitle"/>
          </p:nvPr>
        </p:nvSpPr>
        <p:spPr>
          <a:xfrm>
            <a:off x="409900" y="3871925"/>
            <a:ext cx="2523600" cy="181500"/>
          </a:xfrm>
          <a:prstGeom prst="rect">
            <a:avLst/>
          </a:prstGeom>
        </p:spPr>
        <p:txBody>
          <a:bodyPr anchorCtr="0" anchor="ctr" bIns="0" lIns="0" spcFirstLastPara="1" rIns="0" wrap="square" tIns="0">
            <a:normAutofit fontScale="25000" lnSpcReduction="20000"/>
          </a:bodyPr>
          <a:lstStyle/>
          <a:p>
            <a:pPr indent="-289495" lvl="0" marL="457200" rtl="0" algn="l">
              <a:lnSpc>
                <a:spcPct val="115000"/>
              </a:lnSpc>
              <a:spcBef>
                <a:spcPts val="0"/>
              </a:spcBef>
              <a:spcAft>
                <a:spcPts val="0"/>
              </a:spcAft>
              <a:buSzPct val="100000"/>
              <a:buChar char="●"/>
            </a:pPr>
            <a:r>
              <a:rPr lang="en" sz="3835"/>
              <a:t>We had three sections in the web app,Two sections of that done by me using</a:t>
            </a:r>
            <a:r>
              <a:rPr lang="en" sz="3835">
                <a:solidFill>
                  <a:srgbClr val="E06666"/>
                </a:solidFill>
              </a:rPr>
              <a:t> </a:t>
            </a:r>
            <a:r>
              <a:rPr lang="en" sz="3835" u="sng">
                <a:solidFill>
                  <a:srgbClr val="E06666"/>
                </a:solidFill>
                <a:hlinkClick r:id="rId4">
                  <a:extLst>
                    <a:ext uri="{A12FA001-AC4F-418D-AE19-62706E023703}">
                      <ahyp:hlinkClr val="tx"/>
                    </a:ext>
                  </a:extLst>
                </a:hlinkClick>
              </a:rPr>
              <a:t>react.js</a:t>
            </a:r>
            <a:r>
              <a:rPr lang="en" sz="3835"/>
              <a:t>.</a:t>
            </a:r>
            <a:endParaRPr sz="3835"/>
          </a:p>
          <a:p>
            <a:pPr indent="0" lvl="0" marL="0" rtl="0" algn="l">
              <a:lnSpc>
                <a:spcPct val="115000"/>
              </a:lnSpc>
              <a:spcBef>
                <a:spcPts val="0"/>
              </a:spcBef>
              <a:spcAft>
                <a:spcPts val="0"/>
              </a:spcAft>
              <a:buNone/>
            </a:pPr>
            <a:r>
              <a:rPr lang="en"/>
              <a:t> </a:t>
            </a:r>
            <a:r>
              <a:rPr lang="en"/>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53"/>
          <p:cNvSpPr txBox="1"/>
          <p:nvPr>
            <p:ph type="title"/>
          </p:nvPr>
        </p:nvSpPr>
        <p:spPr>
          <a:xfrm>
            <a:off x="743700" y="743700"/>
            <a:ext cx="4299000" cy="1896300"/>
          </a:xfrm>
          <a:prstGeom prst="rect">
            <a:avLst/>
          </a:prstGeom>
        </p:spPr>
        <p:txBody>
          <a:bodyPr anchorCtr="0" anchor="t" bIns="0" lIns="0" spcFirstLastPara="1" rIns="0" wrap="square" tIns="0">
            <a:spAutoFit/>
          </a:bodyPr>
          <a:lstStyle/>
          <a:p>
            <a:pPr indent="0" lvl="0" marL="0" rtl="0" algn="l">
              <a:lnSpc>
                <a:spcPct val="80000"/>
              </a:lnSpc>
              <a:spcBef>
                <a:spcPts val="0"/>
              </a:spcBef>
              <a:spcAft>
                <a:spcPts val="0"/>
              </a:spcAft>
              <a:buSzPts val="2800"/>
              <a:buNone/>
            </a:pPr>
            <a:r>
              <a:rPr lang="en"/>
              <a:t>T</a:t>
            </a:r>
            <a:r>
              <a:rPr lang="en"/>
              <a:t>HANK</a:t>
            </a:r>
            <a:endParaRPr/>
          </a:p>
          <a:p>
            <a:pPr indent="0" lvl="0" marL="0" rtl="0" algn="l">
              <a:lnSpc>
                <a:spcPct val="80000"/>
              </a:lnSpc>
              <a:spcBef>
                <a:spcPts val="0"/>
              </a:spcBef>
              <a:spcAft>
                <a:spcPts val="0"/>
              </a:spcAft>
              <a:buSzPts val="2800"/>
              <a:buNone/>
            </a:pPr>
            <a:r>
              <a:rPr lang="en"/>
              <a:t>YOU</a:t>
            </a:r>
            <a:r>
              <a:rPr lang="en"/>
              <a:t>!</a:t>
            </a:r>
            <a:endParaRPr/>
          </a:p>
        </p:txBody>
      </p:sp>
      <p:sp>
        <p:nvSpPr>
          <p:cNvPr id="628" name="Google Shape;628;p53"/>
          <p:cNvSpPr txBox="1"/>
          <p:nvPr>
            <p:ph idx="2" type="title"/>
          </p:nvPr>
        </p:nvSpPr>
        <p:spPr>
          <a:xfrm>
            <a:off x="3872475" y="2694025"/>
            <a:ext cx="2962200" cy="1705800"/>
          </a:xfrm>
          <a:prstGeom prst="rect">
            <a:avLst/>
          </a:prstGeom>
        </p:spPr>
        <p:txBody>
          <a:bodyPr anchorCtr="0" anchor="t" bIns="0" lIns="0" spcFirstLastPara="1" rIns="0" wrap="square" tIns="0">
            <a:noAutofit/>
          </a:bodyPr>
          <a:lstStyle/>
          <a:p>
            <a:pPr indent="0" lvl="0" marL="0" rtl="0" algn="l">
              <a:lnSpc>
                <a:spcPct val="100000"/>
              </a:lnSpc>
              <a:spcBef>
                <a:spcPts val="1000"/>
              </a:spcBef>
              <a:spcAft>
                <a:spcPts val="0"/>
              </a:spcAft>
              <a:buSzPts val="990"/>
              <a:buNone/>
            </a:pPr>
            <a:r>
              <a:rPr lang="en" sz="1020"/>
              <a:t>Presented By,</a:t>
            </a:r>
            <a:endParaRPr sz="1020"/>
          </a:p>
          <a:p>
            <a:pPr indent="0" lvl="0" marL="0" rtl="0" algn="l">
              <a:lnSpc>
                <a:spcPct val="100000"/>
              </a:lnSpc>
              <a:spcBef>
                <a:spcPts val="1000"/>
              </a:spcBef>
              <a:spcAft>
                <a:spcPts val="1000"/>
              </a:spcAft>
              <a:buSzPts val="990"/>
              <a:buNone/>
            </a:pPr>
            <a:r>
              <a:rPr lang="en" sz="1020"/>
              <a:t>Harshavardhan Kasthuri Umashankar</a:t>
            </a:r>
            <a:endParaRPr sz="102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434343"/>
      </a:lt1>
      <a:dk2>
        <a:srgbClr val="B7B7B7"/>
      </a:dk2>
      <a:lt2>
        <a:srgbClr val="E7E7E7"/>
      </a:lt2>
      <a:accent1>
        <a:srgbClr val="007E6C"/>
      </a:accent1>
      <a:accent2>
        <a:srgbClr val="00E58E"/>
      </a:accent2>
      <a:accent3>
        <a:srgbClr val="CF94B4"/>
      </a:accent3>
      <a:accent4>
        <a:srgbClr val="F6B5D3"/>
      </a:accent4>
      <a:accent5>
        <a:srgbClr val="FFF269"/>
      </a:accent5>
      <a:accent6>
        <a:srgbClr val="F8ED89"/>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